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image" Target="../media/image-1-33.png"/><Relationship Id="rId34" Type="http://schemas.openxmlformats.org/officeDocument/2006/relationships/image" Target="../media/image-1-34.png"/><Relationship Id="rId35" Type="http://schemas.openxmlformats.org/officeDocument/2006/relationships/image" Target="../media/image-1-35.png"/><Relationship Id="rId36" Type="http://schemas.openxmlformats.org/officeDocument/2006/relationships/image" Target="../media/image-1-36.png"/><Relationship Id="rId37" Type="http://schemas.openxmlformats.org/officeDocument/2006/relationships/image" Target="../media/image-1-37.png"/><Relationship Id="rId38" Type="http://schemas.openxmlformats.org/officeDocument/2006/relationships/image" Target="../media/image-1-38.png"/><Relationship Id="rId39" Type="http://schemas.openxmlformats.org/officeDocument/2006/relationships/image" Target="../media/image-1-39.png"/><Relationship Id="rId40" Type="http://schemas.openxmlformats.org/officeDocument/2006/relationships/image" Target="../media/image-1-40.png"/><Relationship Id="rId41" Type="http://schemas.openxmlformats.org/officeDocument/2006/relationships/image" Target="../media/image-1-41.png"/><Relationship Id="rId42" Type="http://schemas.openxmlformats.org/officeDocument/2006/relationships/image" Target="../media/image-1-42.png"/><Relationship Id="rId43" Type="http://schemas.openxmlformats.org/officeDocument/2006/relationships/image" Target="../media/image-1-43.png"/><Relationship Id="rId44" Type="http://schemas.openxmlformats.org/officeDocument/2006/relationships/image" Target="../media/image-1-44.png"/><Relationship Id="rId45" Type="http://schemas.openxmlformats.org/officeDocument/2006/relationships/image" Target="../media/image-1-45.png"/><Relationship Id="rId46" Type="http://schemas.openxmlformats.org/officeDocument/2006/relationships/image" Target="../media/image-1-46.png"/><Relationship Id="rId47" Type="http://schemas.openxmlformats.org/officeDocument/2006/relationships/image" Target="../media/image-1-47.png"/><Relationship Id="rId48" Type="http://schemas.openxmlformats.org/officeDocument/2006/relationships/image" Target="../media/image-1-48.png"/><Relationship Id="rId49" Type="http://schemas.openxmlformats.org/officeDocument/2006/relationships/image" Target="../media/image-1-49.png"/><Relationship Id="rId50" Type="http://schemas.openxmlformats.org/officeDocument/2006/relationships/image" Target="../media/image-1-50.png"/><Relationship Id="rId51" Type="http://schemas.openxmlformats.org/officeDocument/2006/relationships/image" Target="../media/image-1-51.png"/><Relationship Id="rId52" Type="http://schemas.openxmlformats.org/officeDocument/2006/relationships/image" Target="../media/image-1-52.png"/><Relationship Id="rId53" Type="http://schemas.openxmlformats.org/officeDocument/2006/relationships/image" Target="../media/image-1-53.png"/><Relationship Id="rId54" Type="http://schemas.openxmlformats.org/officeDocument/2006/relationships/image" Target="../media/image-1-54.png"/><Relationship Id="rId55" Type="http://schemas.openxmlformats.org/officeDocument/2006/relationships/image" Target="../media/image-1-55.png"/><Relationship Id="rId56" Type="http://schemas.openxmlformats.org/officeDocument/2006/relationships/image" Target="../media/image-1-56.png"/><Relationship Id="rId57" Type="http://schemas.openxmlformats.org/officeDocument/2006/relationships/image" Target="../media/image-1-57.png"/><Relationship Id="rId58" Type="http://schemas.openxmlformats.org/officeDocument/2006/relationships/image" Target="../media/image-1-58.png"/><Relationship Id="rId59" Type="http://schemas.openxmlformats.org/officeDocument/2006/relationships/image" Target="../media/image-1-59.png"/><Relationship Id="rId60" Type="http://schemas.openxmlformats.org/officeDocument/2006/relationships/image" Target="../media/image-1-60.png"/><Relationship Id="rId61" Type="http://schemas.openxmlformats.org/officeDocument/2006/relationships/image" Target="../media/image-1-61.png"/><Relationship Id="rId62" Type="http://schemas.openxmlformats.org/officeDocument/2006/relationships/image" Target="../media/image-1-62.png"/><Relationship Id="rId63" Type="http://schemas.openxmlformats.org/officeDocument/2006/relationships/image" Target="../media/image-1-63.png"/><Relationship Id="rId64" Type="http://schemas.openxmlformats.org/officeDocument/2006/relationships/image" Target="../media/image-1-64.png"/><Relationship Id="rId65" Type="http://schemas.openxmlformats.org/officeDocument/2006/relationships/image" Target="../media/image-1-65.png"/><Relationship Id="rId66" Type="http://schemas.openxmlformats.org/officeDocument/2006/relationships/image" Target="../media/image-1-66.png"/><Relationship Id="rId67" Type="http://schemas.openxmlformats.org/officeDocument/2006/relationships/image" Target="../media/image-1-67.png"/><Relationship Id="rId68" Type="http://schemas.openxmlformats.org/officeDocument/2006/relationships/image" Target="../media/image-1-68.png"/><Relationship Id="rId69" Type="http://schemas.openxmlformats.org/officeDocument/2006/relationships/image" Target="../media/image-1-69.png"/><Relationship Id="rId70" Type="http://schemas.openxmlformats.org/officeDocument/2006/relationships/image" Target="../media/image-1-70.png"/><Relationship Id="rId71" Type="http://schemas.openxmlformats.org/officeDocument/2006/relationships/image" Target="../media/image-1-71.png"/><Relationship Id="rId72" Type="http://schemas.openxmlformats.org/officeDocument/2006/relationships/image" Target="../media/image-1-72.png"/><Relationship Id="rId73" Type="http://schemas.openxmlformats.org/officeDocument/2006/relationships/image" Target="../media/image-1-73.png"/><Relationship Id="rId74" Type="http://schemas.openxmlformats.org/officeDocument/2006/relationships/image" Target="../media/image-1-74.png"/><Relationship Id="rId75" Type="http://schemas.openxmlformats.org/officeDocument/2006/relationships/image" Target="../media/image-1-75.png"/><Relationship Id="rId76" Type="http://schemas.openxmlformats.org/officeDocument/2006/relationships/image" Target="../media/image-1-76.png"/><Relationship Id="rId77" Type="http://schemas.openxmlformats.org/officeDocument/2006/relationships/image" Target="../media/image-1-77.png"/><Relationship Id="rId78" Type="http://schemas.openxmlformats.org/officeDocument/2006/relationships/image" Target="../media/image-1-78.png"/><Relationship Id="rId79" Type="http://schemas.openxmlformats.org/officeDocument/2006/relationships/image" Target="../media/image-1-79.png"/><Relationship Id="rId80" Type="http://schemas.openxmlformats.org/officeDocument/2006/relationships/image" Target="../media/image-1-80.png"/><Relationship Id="rId81" Type="http://schemas.openxmlformats.org/officeDocument/2006/relationships/image" Target="../media/image-1-81.png"/><Relationship Id="rId82" Type="http://schemas.openxmlformats.org/officeDocument/2006/relationships/image" Target="../media/image-1-82.png"/><Relationship Id="rId83" Type="http://schemas.openxmlformats.org/officeDocument/2006/relationships/image" Target="../media/image-1-83.png"/><Relationship Id="rId84" Type="http://schemas.openxmlformats.org/officeDocument/2006/relationships/image" Target="../media/image-1-84.png"/><Relationship Id="rId85" Type="http://schemas.openxmlformats.org/officeDocument/2006/relationships/image" Target="../media/image-1-85.png"/><Relationship Id="rId86" Type="http://schemas.openxmlformats.org/officeDocument/2006/relationships/image" Target="../media/image-1-86.png"/><Relationship Id="rId87" Type="http://schemas.openxmlformats.org/officeDocument/2006/relationships/image" Target="../media/image-1-87.png"/><Relationship Id="rId88" Type="http://schemas.openxmlformats.org/officeDocument/2006/relationships/image" Target="../media/image-1-88.png"/><Relationship Id="rId89" Type="http://schemas.openxmlformats.org/officeDocument/2006/relationships/image" Target="../media/image-1-89.png"/><Relationship Id="rId90" Type="http://schemas.openxmlformats.org/officeDocument/2006/relationships/image" Target="../media/image-1-90.png"/><Relationship Id="rId91" Type="http://schemas.openxmlformats.org/officeDocument/2006/relationships/image" Target="../media/image-1-91.png"/><Relationship Id="rId92" Type="http://schemas.openxmlformats.org/officeDocument/2006/relationships/image" Target="../media/image-1-92.png"/><Relationship Id="rId93" Type="http://schemas.openxmlformats.org/officeDocument/2006/relationships/image" Target="../media/image-1-93.png"/><Relationship Id="rId94" Type="http://schemas.openxmlformats.org/officeDocument/2006/relationships/image" Target="../media/image-1-94.png"/><Relationship Id="rId95" Type="http://schemas.openxmlformats.org/officeDocument/2006/relationships/image" Target="../media/image-1-95.png"/><Relationship Id="rId96" Type="http://schemas.openxmlformats.org/officeDocument/2006/relationships/image" Target="../media/image-1-96.png"/><Relationship Id="rId97" Type="http://schemas.openxmlformats.org/officeDocument/2006/relationships/image" Target="../media/image-1-97.png"/><Relationship Id="rId98" Type="http://schemas.openxmlformats.org/officeDocument/2006/relationships/image" Target="../media/image-1-98.png"/><Relationship Id="rId99" Type="http://schemas.openxmlformats.org/officeDocument/2006/relationships/image" Target="../media/image-1-99.png"/><Relationship Id="rId100" Type="http://schemas.openxmlformats.org/officeDocument/2006/relationships/image" Target="../media/image-1-100.png"/><Relationship Id="rId101" Type="http://schemas.openxmlformats.org/officeDocument/2006/relationships/image" Target="../media/image-1-101.png"/><Relationship Id="rId102" Type="http://schemas.openxmlformats.org/officeDocument/2006/relationships/image" Target="../media/image-1-102.png"/><Relationship Id="rId103" Type="http://schemas.openxmlformats.org/officeDocument/2006/relationships/image" Target="../media/image-1-103.png"/><Relationship Id="rId104" Type="http://schemas.openxmlformats.org/officeDocument/2006/relationships/image" Target="../media/image-1-104.png"/><Relationship Id="rId105" Type="http://schemas.openxmlformats.org/officeDocument/2006/relationships/slideLayout" Target="../slideLayouts/slideLayout1.xml"/><Relationship Id="rId10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572" y="21946"/>
            <a:ext cx="12200839" cy="6813194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537" y="2635301"/>
            <a:ext cx="1125626" cy="1178662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537" y="3273552"/>
            <a:ext cx="4013302" cy="2348179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1593" y="5603443"/>
            <a:ext cx="35662" cy="17374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707" y="2608783"/>
            <a:ext cx="4128516" cy="3357677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402" y="1838858"/>
            <a:ext cx="1293876" cy="629107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2584" y="5602529"/>
            <a:ext cx="646481" cy="363017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0046" y="3262579"/>
            <a:ext cx="1337767" cy="26518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17697" y="3247034"/>
            <a:ext cx="1018642" cy="1541678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89988" y="3248863"/>
            <a:ext cx="1346911" cy="26518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16098" y="3248863"/>
            <a:ext cx="26518" cy="35662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17697" y="3249778"/>
            <a:ext cx="26518" cy="35662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25496" y="3249778"/>
            <a:ext cx="43891" cy="35662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68128" y="2919679"/>
            <a:ext cx="35662" cy="26518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58654" y="3115361"/>
            <a:ext cx="17374" cy="43891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88575" y="3448202"/>
            <a:ext cx="194767" cy="177394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504274" y="4265676"/>
            <a:ext cx="35662" cy="26518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681667" y="4719218"/>
            <a:ext cx="26518" cy="17374"/>
          </a:xfrm>
          <a:prstGeom prst="rect">
            <a:avLst/>
          </a:prstGeom>
        </p:spPr>
      </p:pic>
      <p:pic>
        <p:nvPicPr>
          <p:cNvPr id="2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821010" y="3765499"/>
            <a:ext cx="504749" cy="292608"/>
          </a:xfrm>
          <a:prstGeom prst="rect">
            <a:avLst/>
          </a:prstGeom>
        </p:spPr>
      </p:pic>
      <p:pic>
        <p:nvPicPr>
          <p:cNvPr id="21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06931" y="249631"/>
            <a:ext cx="9179662" cy="779983"/>
          </a:xfrm>
          <a:prstGeom prst="rect">
            <a:avLst/>
          </a:prstGeom>
        </p:spPr>
      </p:pic>
      <p:sp>
        <p:nvSpPr>
          <p:cNvPr id="22" name="Shape 0"/>
          <p:cNvSpPr/>
          <p:nvPr/>
        </p:nvSpPr>
        <p:spPr>
          <a:xfrm>
            <a:off x="6086246" y="1331366"/>
            <a:ext cx="21946" cy="5263286"/>
          </a:xfrm>
          <a:prstGeom prst="roundRect">
            <a:avLst/>
          </a:prstGeom>
          <a:solidFill>
            <a:srgbClr val="F3F3F5"/>
          </a:solidFill>
          <a:ln/>
        </p:spPr>
      </p:sp>
      <p:pic>
        <p:nvPicPr>
          <p:cNvPr id="23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80974" y="1840687"/>
            <a:ext cx="4625035" cy="4120286"/>
          </a:xfrm>
          <a:prstGeom prst="rect">
            <a:avLst/>
          </a:prstGeom>
        </p:spPr>
      </p:pic>
      <p:pic>
        <p:nvPicPr>
          <p:cNvPr id="24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94690" y="1858061"/>
            <a:ext cx="1267358" cy="611734"/>
          </a:xfrm>
          <a:prstGeom prst="rect">
            <a:avLst/>
          </a:prstGeom>
        </p:spPr>
      </p:pic>
      <p:pic>
        <p:nvPicPr>
          <p:cNvPr id="25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01091" y="2602382"/>
            <a:ext cx="5112410" cy="3916375"/>
          </a:xfrm>
          <a:prstGeom prst="rect">
            <a:avLst/>
          </a:prstGeom>
        </p:spPr>
      </p:pic>
      <p:pic>
        <p:nvPicPr>
          <p:cNvPr id="26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091318" y="2731313"/>
            <a:ext cx="185623" cy="833018"/>
          </a:xfrm>
          <a:prstGeom prst="rect">
            <a:avLst/>
          </a:prstGeom>
        </p:spPr>
      </p:pic>
      <p:pic>
        <p:nvPicPr>
          <p:cNvPr id="27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285171" y="2924251"/>
            <a:ext cx="416052" cy="106070"/>
          </a:xfrm>
          <a:prstGeom prst="rect">
            <a:avLst/>
          </a:prstGeom>
        </p:spPr>
      </p:pic>
      <p:pic>
        <p:nvPicPr>
          <p:cNvPr id="28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01554" y="3040380"/>
            <a:ext cx="185623" cy="194767"/>
          </a:xfrm>
          <a:prstGeom prst="rect">
            <a:avLst/>
          </a:prstGeom>
        </p:spPr>
      </p:pic>
      <p:pic>
        <p:nvPicPr>
          <p:cNvPr id="29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263226" y="3084271"/>
            <a:ext cx="336499" cy="115214"/>
          </a:xfrm>
          <a:prstGeom prst="rect">
            <a:avLst/>
          </a:prstGeom>
        </p:spPr>
      </p:pic>
      <p:pic>
        <p:nvPicPr>
          <p:cNvPr id="30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596628" y="3232404"/>
            <a:ext cx="106070" cy="381305"/>
          </a:xfrm>
          <a:prstGeom prst="rect">
            <a:avLst/>
          </a:prstGeom>
        </p:spPr>
      </p:pic>
      <p:pic>
        <p:nvPicPr>
          <p:cNvPr id="31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521354" y="3251606"/>
            <a:ext cx="1010412" cy="1532534"/>
          </a:xfrm>
          <a:prstGeom prst="rect">
            <a:avLst/>
          </a:prstGeom>
        </p:spPr>
      </p:pic>
      <p:pic>
        <p:nvPicPr>
          <p:cNvPr id="32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253435"/>
            <a:ext cx="1337767" cy="35662"/>
          </a:xfrm>
          <a:prstGeom prst="rect">
            <a:avLst/>
          </a:prstGeom>
        </p:spPr>
      </p:pic>
      <p:sp>
        <p:nvSpPr>
          <p:cNvPr id="33" name="Shape 1"/>
          <p:cNvSpPr/>
          <p:nvPr/>
        </p:nvSpPr>
        <p:spPr>
          <a:xfrm>
            <a:off x="8291779" y="3322930"/>
            <a:ext cx="26518" cy="26518"/>
          </a:xfrm>
          <a:prstGeom prst="ellipse">
            <a:avLst/>
          </a:prstGeom>
          <a:solidFill>
            <a:srgbClr val="143456"/>
          </a:solidFill>
          <a:ln/>
        </p:spPr>
      </p:sp>
      <p:sp>
        <p:nvSpPr>
          <p:cNvPr id="34" name="Shape 2"/>
          <p:cNvSpPr/>
          <p:nvPr/>
        </p:nvSpPr>
        <p:spPr>
          <a:xfrm rot="-9546000">
            <a:off x="8244230" y="3341218"/>
            <a:ext cx="30175" cy="22860"/>
          </a:xfrm>
          <a:prstGeom prst="ellipse">
            <a:avLst/>
          </a:prstGeom>
          <a:solidFill>
            <a:srgbClr val="143456"/>
          </a:solidFill>
          <a:ln/>
        </p:spPr>
      </p:sp>
      <p:sp>
        <p:nvSpPr>
          <p:cNvPr id="35" name="Shape 3"/>
          <p:cNvSpPr/>
          <p:nvPr/>
        </p:nvSpPr>
        <p:spPr>
          <a:xfrm>
            <a:off x="8335670" y="3343046"/>
            <a:ext cx="29261" cy="29261"/>
          </a:xfrm>
          <a:prstGeom prst="ellipse">
            <a:avLst/>
          </a:prstGeom>
          <a:solidFill>
            <a:srgbClr val="143456"/>
          </a:solidFill>
          <a:ln/>
        </p:spPr>
      </p:sp>
      <p:pic>
        <p:nvPicPr>
          <p:cNvPr id="36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044891" y="3354934"/>
            <a:ext cx="336499" cy="266090"/>
          </a:xfrm>
          <a:prstGeom prst="rect">
            <a:avLst/>
          </a:prstGeom>
        </p:spPr>
      </p:pic>
      <p:pic>
        <p:nvPicPr>
          <p:cNvPr id="37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161934" y="3414370"/>
            <a:ext cx="124358" cy="43891"/>
          </a:xfrm>
          <a:prstGeom prst="rect">
            <a:avLst/>
          </a:prstGeom>
        </p:spPr>
      </p:pic>
      <p:pic>
        <p:nvPicPr>
          <p:cNvPr id="38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332927" y="3420770"/>
            <a:ext cx="26518" cy="35662"/>
          </a:xfrm>
          <a:prstGeom prst="rect">
            <a:avLst/>
          </a:prstGeom>
        </p:spPr>
      </p:pic>
      <p:pic>
        <p:nvPicPr>
          <p:cNvPr id="39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085125" y="3455518"/>
            <a:ext cx="71323" cy="43891"/>
          </a:xfrm>
          <a:prstGeom prst="rect">
            <a:avLst/>
          </a:prstGeom>
        </p:spPr>
      </p:pic>
      <p:pic>
        <p:nvPicPr>
          <p:cNvPr id="40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224114" y="3453689"/>
            <a:ext cx="71323" cy="43891"/>
          </a:xfrm>
          <a:prstGeom prst="rect">
            <a:avLst/>
          </a:prstGeom>
        </p:spPr>
      </p:pic>
      <p:pic>
        <p:nvPicPr>
          <p:cNvPr id="41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107778" y="3452774"/>
            <a:ext cx="150876" cy="168250"/>
          </a:xfrm>
          <a:prstGeom prst="rect">
            <a:avLst/>
          </a:prstGeom>
        </p:spPr>
      </p:pic>
      <p:sp>
        <p:nvSpPr>
          <p:cNvPr id="42" name="Shape 4"/>
          <p:cNvSpPr/>
          <p:nvPr/>
        </p:nvSpPr>
        <p:spPr>
          <a:xfrm>
            <a:off x="8157362" y="3456432"/>
            <a:ext cx="68580" cy="42062"/>
          </a:xfrm>
          <a:prstGeom prst="roundRect">
            <a:avLst/>
          </a:prstGeom>
          <a:solidFill>
            <a:srgbClr val="143456"/>
          </a:solidFill>
          <a:ln/>
        </p:spPr>
      </p:sp>
      <p:pic>
        <p:nvPicPr>
          <p:cNvPr id="43" name="Image 36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091318" y="3480206"/>
            <a:ext cx="470002" cy="159106"/>
          </a:xfrm>
          <a:prstGeom prst="rect">
            <a:avLst/>
          </a:prstGeom>
        </p:spPr>
      </p:pic>
      <p:pic>
        <p:nvPicPr>
          <p:cNvPr id="44" name="Image 37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070494" y="3498494"/>
            <a:ext cx="239573" cy="53035"/>
          </a:xfrm>
          <a:prstGeom prst="rect">
            <a:avLst/>
          </a:prstGeom>
        </p:spPr>
      </p:pic>
      <p:sp>
        <p:nvSpPr>
          <p:cNvPr id="45" name="Shape 5"/>
          <p:cNvSpPr/>
          <p:nvPr/>
        </p:nvSpPr>
        <p:spPr>
          <a:xfrm rot="-5322000">
            <a:off x="7400239" y="3570732"/>
            <a:ext cx="35662" cy="25603"/>
          </a:xfrm>
          <a:prstGeom prst="ellipse">
            <a:avLst/>
          </a:prstGeom>
          <a:solidFill>
            <a:srgbClr val="143456"/>
          </a:solidFill>
          <a:ln/>
        </p:spPr>
      </p:sp>
      <p:sp>
        <p:nvSpPr>
          <p:cNvPr id="46" name="Shape 6"/>
          <p:cNvSpPr/>
          <p:nvPr/>
        </p:nvSpPr>
        <p:spPr>
          <a:xfrm>
            <a:off x="7450531" y="3584448"/>
            <a:ext cx="26518" cy="26518"/>
          </a:xfrm>
          <a:prstGeom prst="ellipse">
            <a:avLst/>
          </a:prstGeom>
          <a:solidFill>
            <a:srgbClr val="143456"/>
          </a:solidFill>
          <a:ln/>
        </p:spPr>
      </p:sp>
      <p:pic>
        <p:nvPicPr>
          <p:cNvPr id="47" name="Image 38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0645445" y="3584448"/>
            <a:ext cx="1293876" cy="1186891"/>
          </a:xfrm>
          <a:prstGeom prst="rect">
            <a:avLst/>
          </a:prstGeom>
        </p:spPr>
      </p:pic>
      <p:pic>
        <p:nvPicPr>
          <p:cNvPr id="48" name="Image 39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161581" y="3588106"/>
            <a:ext cx="300838" cy="283464"/>
          </a:xfrm>
          <a:prstGeom prst="rect">
            <a:avLst/>
          </a:prstGeom>
        </p:spPr>
      </p:pic>
      <p:sp>
        <p:nvSpPr>
          <p:cNvPr id="49" name="Shape 7"/>
          <p:cNvSpPr/>
          <p:nvPr/>
        </p:nvSpPr>
        <p:spPr>
          <a:xfrm>
            <a:off x="7462418" y="3632911"/>
            <a:ext cx="27432" cy="27432"/>
          </a:xfrm>
          <a:prstGeom prst="ellipse">
            <a:avLst/>
          </a:prstGeom>
          <a:solidFill>
            <a:srgbClr val="143456"/>
          </a:solidFill>
          <a:ln/>
        </p:spPr>
      </p:sp>
      <p:pic>
        <p:nvPicPr>
          <p:cNvPr id="50" name="Image 40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6211519" y="3654857"/>
            <a:ext cx="2790749" cy="939089"/>
          </a:xfrm>
          <a:prstGeom prst="rect">
            <a:avLst/>
          </a:prstGeom>
        </p:spPr>
      </p:pic>
      <p:pic>
        <p:nvPicPr>
          <p:cNvPr id="51" name="Image 41" descr="preencoded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7439558" y="3676802"/>
            <a:ext cx="35662" cy="26518"/>
          </a:xfrm>
          <a:prstGeom prst="rect">
            <a:avLst/>
          </a:prstGeom>
        </p:spPr>
      </p:pic>
      <p:pic>
        <p:nvPicPr>
          <p:cNvPr id="52" name="Image 42" descr="preencoded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7201814" y="3702406"/>
            <a:ext cx="71323" cy="43891"/>
          </a:xfrm>
          <a:prstGeom prst="rect">
            <a:avLst/>
          </a:prstGeom>
        </p:spPr>
      </p:pic>
      <p:sp>
        <p:nvSpPr>
          <p:cNvPr id="53" name="Shape 8"/>
          <p:cNvSpPr/>
          <p:nvPr/>
        </p:nvSpPr>
        <p:spPr>
          <a:xfrm>
            <a:off x="7271309" y="3705149"/>
            <a:ext cx="67666" cy="42062"/>
          </a:xfrm>
          <a:prstGeom prst="roundRect">
            <a:avLst/>
          </a:prstGeom>
          <a:solidFill>
            <a:srgbClr val="143456"/>
          </a:solidFill>
          <a:ln/>
        </p:spPr>
      </p:sp>
      <p:pic>
        <p:nvPicPr>
          <p:cNvPr id="54" name="Image 43" descr="preencoded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338060" y="3704234"/>
            <a:ext cx="71323" cy="43891"/>
          </a:xfrm>
          <a:prstGeom prst="rect">
            <a:avLst/>
          </a:prstGeom>
        </p:spPr>
      </p:pic>
      <p:pic>
        <p:nvPicPr>
          <p:cNvPr id="55" name="Image 44" descr="preencoded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7189927" y="3747211"/>
            <a:ext cx="79553" cy="53035"/>
          </a:xfrm>
          <a:prstGeom prst="rect">
            <a:avLst/>
          </a:prstGeom>
        </p:spPr>
      </p:pic>
      <p:pic>
        <p:nvPicPr>
          <p:cNvPr id="56" name="Image 45" descr="preencoded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7339889" y="3746297"/>
            <a:ext cx="79553" cy="53035"/>
          </a:xfrm>
          <a:prstGeom prst="rect">
            <a:avLst/>
          </a:prstGeom>
        </p:spPr>
      </p:pic>
      <p:sp>
        <p:nvSpPr>
          <p:cNvPr id="57" name="Shape 9"/>
          <p:cNvSpPr/>
          <p:nvPr/>
        </p:nvSpPr>
        <p:spPr>
          <a:xfrm rot="24000">
            <a:off x="7269480" y="3748126"/>
            <a:ext cx="74066" cy="48463"/>
          </a:xfrm>
          <a:prstGeom prst="roundRect">
            <a:avLst/>
          </a:prstGeom>
          <a:solidFill>
            <a:srgbClr val="143456"/>
          </a:solidFill>
          <a:ln/>
        </p:spPr>
      </p:sp>
      <p:pic>
        <p:nvPicPr>
          <p:cNvPr id="58" name="Image 46" descr="preencoded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0825582" y="3770071"/>
            <a:ext cx="496519" cy="283464"/>
          </a:xfrm>
          <a:prstGeom prst="rect">
            <a:avLst/>
          </a:prstGeom>
        </p:spPr>
      </p:pic>
      <p:pic>
        <p:nvPicPr>
          <p:cNvPr id="59" name="Image 47" descr="preencoded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9507931" y="4270248"/>
            <a:ext cx="203911" cy="460858"/>
          </a:xfrm>
          <a:prstGeom prst="rect">
            <a:avLst/>
          </a:prstGeom>
        </p:spPr>
      </p:pic>
      <p:sp>
        <p:nvSpPr>
          <p:cNvPr id="60" name="Shape 10"/>
          <p:cNvSpPr/>
          <p:nvPr/>
        </p:nvSpPr>
        <p:spPr>
          <a:xfrm rot="-6672000">
            <a:off x="8154619" y="4562856"/>
            <a:ext cx="28346" cy="21946"/>
          </a:xfrm>
          <a:prstGeom prst="ellipse">
            <a:avLst/>
          </a:prstGeom>
          <a:solidFill>
            <a:srgbClr val="939394"/>
          </a:solidFill>
          <a:ln/>
        </p:spPr>
      </p:sp>
      <p:pic>
        <p:nvPicPr>
          <p:cNvPr id="61" name="Image 48" descr="preencoded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195767" y="4576572"/>
            <a:ext cx="35662" cy="26518"/>
          </a:xfrm>
          <a:prstGeom prst="rect">
            <a:avLst/>
          </a:prstGeom>
        </p:spPr>
      </p:pic>
      <p:sp>
        <p:nvSpPr>
          <p:cNvPr id="62" name="Shape 11"/>
          <p:cNvSpPr/>
          <p:nvPr/>
        </p:nvSpPr>
        <p:spPr>
          <a:xfrm rot="-7608000">
            <a:off x="8112557" y="4582973"/>
            <a:ext cx="32918" cy="25603"/>
          </a:xfrm>
          <a:prstGeom prst="ellipse">
            <a:avLst/>
          </a:prstGeom>
          <a:solidFill>
            <a:srgbClr val="143456"/>
          </a:solidFill>
          <a:ln/>
        </p:spPr>
      </p:sp>
      <p:pic>
        <p:nvPicPr>
          <p:cNvPr id="63" name="Image 49" descr="preencoded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130845" y="4591202"/>
            <a:ext cx="115214" cy="106070"/>
          </a:xfrm>
          <a:prstGeom prst="rect">
            <a:avLst/>
          </a:prstGeom>
        </p:spPr>
      </p:pic>
      <p:sp>
        <p:nvSpPr>
          <p:cNvPr id="64" name="Shape 12"/>
          <p:cNvSpPr/>
          <p:nvPr/>
        </p:nvSpPr>
        <p:spPr>
          <a:xfrm>
            <a:off x="8117129" y="4613148"/>
            <a:ext cx="16459" cy="16459"/>
          </a:xfrm>
          <a:prstGeom prst="ellipse">
            <a:avLst/>
          </a:prstGeom>
          <a:solidFill>
            <a:srgbClr val="939394"/>
          </a:solidFill>
          <a:ln/>
        </p:spPr>
      </p:sp>
      <p:pic>
        <p:nvPicPr>
          <p:cNvPr id="65" name="Image 50" descr="preencoded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7911389" y="4631436"/>
            <a:ext cx="292608" cy="230429"/>
          </a:xfrm>
          <a:prstGeom prst="rect">
            <a:avLst/>
          </a:prstGeom>
        </p:spPr>
      </p:pic>
      <p:sp>
        <p:nvSpPr>
          <p:cNvPr id="66" name="Shape 13"/>
          <p:cNvSpPr/>
          <p:nvPr/>
        </p:nvSpPr>
        <p:spPr>
          <a:xfrm rot="42000">
            <a:off x="8026603" y="4656125"/>
            <a:ext cx="56693" cy="41148"/>
          </a:xfrm>
          <a:prstGeom prst="roundRect">
            <a:avLst/>
          </a:prstGeom>
          <a:solidFill>
            <a:srgbClr val="143456"/>
          </a:solidFill>
          <a:ln/>
        </p:spPr>
      </p:sp>
      <p:pic>
        <p:nvPicPr>
          <p:cNvPr id="67" name="Image 51" descr="preencoded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7950708" y="4697273"/>
            <a:ext cx="71323" cy="43891"/>
          </a:xfrm>
          <a:prstGeom prst="rect">
            <a:avLst/>
          </a:prstGeom>
        </p:spPr>
      </p:pic>
      <p:sp>
        <p:nvSpPr>
          <p:cNvPr id="68" name="Shape 14"/>
          <p:cNvSpPr/>
          <p:nvPr/>
        </p:nvSpPr>
        <p:spPr>
          <a:xfrm>
            <a:off x="8020202" y="4697273"/>
            <a:ext cx="69494" cy="43891"/>
          </a:xfrm>
          <a:prstGeom prst="roundRect">
            <a:avLst/>
          </a:prstGeom>
          <a:solidFill>
            <a:srgbClr val="143456"/>
          </a:solidFill>
          <a:ln/>
        </p:spPr>
      </p:sp>
      <p:pic>
        <p:nvPicPr>
          <p:cNvPr id="69" name="Image 52" descr="preencoded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089697" y="4698187"/>
            <a:ext cx="71323" cy="43891"/>
          </a:xfrm>
          <a:prstGeom prst="rect">
            <a:avLst/>
          </a:prstGeom>
        </p:spPr>
      </p:pic>
      <p:pic>
        <p:nvPicPr>
          <p:cNvPr id="70" name="Image 53" descr="preencoded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9399118" y="4723790"/>
            <a:ext cx="638251" cy="354787"/>
          </a:xfrm>
          <a:prstGeom prst="rect">
            <a:avLst/>
          </a:prstGeom>
        </p:spPr>
      </p:pic>
      <p:pic>
        <p:nvPicPr>
          <p:cNvPr id="71" name="Image 54" descr="preencoded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7938821" y="4741164"/>
            <a:ext cx="230429" cy="43891"/>
          </a:xfrm>
          <a:prstGeom prst="rect">
            <a:avLst/>
          </a:prstGeom>
        </p:spPr>
      </p:pic>
      <p:pic>
        <p:nvPicPr>
          <p:cNvPr id="72" name="Image 55" descr="preencoded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4677156" y="5607101"/>
            <a:ext cx="638251" cy="354787"/>
          </a:xfrm>
          <a:prstGeom prst="rect">
            <a:avLst/>
          </a:prstGeom>
        </p:spPr>
      </p:pic>
      <p:pic>
        <p:nvPicPr>
          <p:cNvPr id="73" name="Image 56" descr="preencoded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3024835" y="3164738"/>
            <a:ext cx="35662" cy="26518"/>
          </a:xfrm>
          <a:prstGeom prst="rect">
            <a:avLst/>
          </a:prstGeom>
        </p:spPr>
      </p:pic>
      <p:pic>
        <p:nvPicPr>
          <p:cNvPr id="74" name="Image 57" descr="preencoded.png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1525219" y="269748"/>
            <a:ext cx="9144000" cy="744322"/>
          </a:xfrm>
          <a:prstGeom prst="rect">
            <a:avLst/>
          </a:prstGeom>
        </p:spPr>
      </p:pic>
      <p:pic>
        <p:nvPicPr>
          <p:cNvPr id="75" name="Image 58" descr="preencoded.png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877824" y="2746858"/>
            <a:ext cx="434340" cy="566928"/>
          </a:xfrm>
          <a:prstGeom prst="rect">
            <a:avLst/>
          </a:prstGeom>
        </p:spPr>
      </p:pic>
      <p:sp>
        <p:nvSpPr>
          <p:cNvPr id="76" name="Shape 15"/>
          <p:cNvSpPr/>
          <p:nvPr/>
        </p:nvSpPr>
        <p:spPr>
          <a:xfrm rot="-6000">
            <a:off x="10108692" y="2748686"/>
            <a:ext cx="149962" cy="165506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77" name="Shape 16"/>
          <p:cNvSpPr/>
          <p:nvPr/>
        </p:nvSpPr>
        <p:spPr>
          <a:xfrm rot="-18000">
            <a:off x="10106863" y="3055925"/>
            <a:ext cx="152705" cy="16825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78" name="Shape 17"/>
          <p:cNvSpPr/>
          <p:nvPr/>
        </p:nvSpPr>
        <p:spPr>
          <a:xfrm rot="12000">
            <a:off x="10618927" y="3057754"/>
            <a:ext cx="149047" cy="164592"/>
          </a:xfrm>
          <a:prstGeom prst="roundRect">
            <a:avLst/>
          </a:prstGeom>
          <a:solidFill>
            <a:srgbClr val="FFFFFF"/>
          </a:solidFill>
          <a:ln/>
        </p:spPr>
      </p:sp>
      <p:pic>
        <p:nvPicPr>
          <p:cNvPr id="79" name="Image 59" descr="preencoded.png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029407" y="3130906"/>
            <a:ext cx="106070" cy="88697"/>
          </a:xfrm>
          <a:prstGeom prst="rect">
            <a:avLst/>
          </a:prstGeom>
        </p:spPr>
      </p:pic>
      <p:pic>
        <p:nvPicPr>
          <p:cNvPr id="80" name="Image 60" descr="preencoded.png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2885846" y="3169310"/>
            <a:ext cx="177394" cy="17374"/>
          </a:xfrm>
          <a:prstGeom prst="rect">
            <a:avLst/>
          </a:prstGeom>
        </p:spPr>
      </p:pic>
      <p:pic>
        <p:nvPicPr>
          <p:cNvPr id="81" name="Image 61" descr="preencoded.png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132027" y="3351276"/>
            <a:ext cx="97841" cy="247802"/>
          </a:xfrm>
          <a:prstGeom prst="rect">
            <a:avLst/>
          </a:prstGeom>
        </p:spPr>
      </p:pic>
      <p:pic>
        <p:nvPicPr>
          <p:cNvPr id="82" name="Image 62" descr="preencoded.png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2478938" y="3436315"/>
            <a:ext cx="1010412" cy="744322"/>
          </a:xfrm>
          <a:prstGeom prst="rect">
            <a:avLst/>
          </a:prstGeom>
        </p:spPr>
      </p:pic>
      <p:pic>
        <p:nvPicPr>
          <p:cNvPr id="83" name="Image 63" descr="preencoded.png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4119372" y="3639312"/>
            <a:ext cx="398678" cy="336499"/>
          </a:xfrm>
          <a:prstGeom prst="rect">
            <a:avLst/>
          </a:prstGeom>
        </p:spPr>
      </p:pic>
      <p:pic>
        <p:nvPicPr>
          <p:cNvPr id="84" name="Image 64" descr="preencoded.png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506931" y="3669487"/>
            <a:ext cx="266090" cy="97841"/>
          </a:xfrm>
          <a:prstGeom prst="rect">
            <a:avLst/>
          </a:prstGeom>
        </p:spPr>
      </p:pic>
      <p:sp>
        <p:nvSpPr>
          <p:cNvPr id="85" name="Shape 18"/>
          <p:cNvSpPr/>
          <p:nvPr/>
        </p:nvSpPr>
        <p:spPr>
          <a:xfrm rot="-12000">
            <a:off x="8118958" y="3672230"/>
            <a:ext cx="148133" cy="162763"/>
          </a:xfrm>
          <a:prstGeom prst="roundRect">
            <a:avLst/>
          </a:prstGeom>
          <a:solidFill>
            <a:srgbClr val="FFFFFF"/>
          </a:solidFill>
          <a:ln/>
        </p:spPr>
      </p:sp>
      <p:pic>
        <p:nvPicPr>
          <p:cNvPr id="86" name="Image 65" descr="preencoded.png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10915193" y="3692347"/>
            <a:ext cx="266090" cy="106070"/>
          </a:xfrm>
          <a:prstGeom prst="rect">
            <a:avLst/>
          </a:prstGeom>
        </p:spPr>
      </p:pic>
      <p:sp>
        <p:nvSpPr>
          <p:cNvPr id="87" name="Shape 19"/>
          <p:cNvSpPr/>
          <p:nvPr/>
        </p:nvSpPr>
        <p:spPr>
          <a:xfrm>
            <a:off x="997610" y="3710635"/>
            <a:ext cx="196596" cy="196596"/>
          </a:xfrm>
          <a:prstGeom prst="roundRect">
            <a:avLst/>
          </a:prstGeom>
          <a:solidFill>
            <a:srgbClr val="F3F3F5"/>
          </a:solidFill>
          <a:ln/>
        </p:spPr>
      </p:sp>
      <p:sp>
        <p:nvSpPr>
          <p:cNvPr id="88" name="Shape 20"/>
          <p:cNvSpPr/>
          <p:nvPr/>
        </p:nvSpPr>
        <p:spPr>
          <a:xfrm rot="6000">
            <a:off x="2081174" y="3710635"/>
            <a:ext cx="195682" cy="195682"/>
          </a:xfrm>
          <a:prstGeom prst="roundRect">
            <a:avLst/>
          </a:prstGeom>
          <a:solidFill>
            <a:srgbClr val="F3F3F5"/>
          </a:solidFill>
          <a:ln/>
        </p:spPr>
      </p:sp>
      <p:sp>
        <p:nvSpPr>
          <p:cNvPr id="89" name="Shape 21"/>
          <p:cNvSpPr/>
          <p:nvPr/>
        </p:nvSpPr>
        <p:spPr>
          <a:xfrm rot="-6000">
            <a:off x="3705149" y="3710635"/>
            <a:ext cx="196596" cy="196596"/>
          </a:xfrm>
          <a:prstGeom prst="roundRect">
            <a:avLst/>
          </a:prstGeom>
          <a:solidFill>
            <a:srgbClr val="FFFFFF"/>
          </a:solidFill>
          <a:ln/>
        </p:spPr>
      </p:sp>
      <p:pic>
        <p:nvPicPr>
          <p:cNvPr id="90" name="Image 66" descr="preencoded.png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11325758" y="3721608"/>
            <a:ext cx="470002" cy="203911"/>
          </a:xfrm>
          <a:prstGeom prst="rect">
            <a:avLst/>
          </a:prstGeom>
        </p:spPr>
      </p:pic>
      <p:pic>
        <p:nvPicPr>
          <p:cNvPr id="91" name="Image 67" descr="preencoded.png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1097280" y="3805733"/>
            <a:ext cx="1080821" cy="833018"/>
          </a:xfrm>
          <a:prstGeom prst="rect">
            <a:avLst/>
          </a:prstGeom>
        </p:spPr>
      </p:pic>
      <p:pic>
        <p:nvPicPr>
          <p:cNvPr id="92" name="Image 68" descr="preencoded.png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11615623" y="4048049"/>
            <a:ext cx="185623" cy="194767"/>
          </a:xfrm>
          <a:prstGeom prst="rect">
            <a:avLst/>
          </a:prstGeom>
        </p:spPr>
      </p:pic>
      <p:pic>
        <p:nvPicPr>
          <p:cNvPr id="93" name="Image 69" descr="preencoded.png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3837737" y="4058107"/>
            <a:ext cx="88697" cy="256946"/>
          </a:xfrm>
          <a:prstGeom prst="rect">
            <a:avLst/>
          </a:prstGeom>
        </p:spPr>
      </p:pic>
      <p:pic>
        <p:nvPicPr>
          <p:cNvPr id="94" name="Image 70" descr="preencoded.png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4118458" y="4425696"/>
            <a:ext cx="398678" cy="336499"/>
          </a:xfrm>
          <a:prstGeom prst="rect">
            <a:avLst/>
          </a:prstGeom>
        </p:spPr>
      </p:pic>
      <p:pic>
        <p:nvPicPr>
          <p:cNvPr id="95" name="Image 71" descr="preencoded.png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11101730" y="4441241"/>
            <a:ext cx="699516" cy="194767"/>
          </a:xfrm>
          <a:prstGeom prst="rect">
            <a:avLst/>
          </a:prstGeom>
        </p:spPr>
      </p:pic>
      <p:pic>
        <p:nvPicPr>
          <p:cNvPr id="96" name="Image 72" descr="preencoded.png">    </p:cNvPr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1442923" y="4467758"/>
            <a:ext cx="389534" cy="336499"/>
          </a:xfrm>
          <a:prstGeom prst="rect">
            <a:avLst/>
          </a:prstGeom>
        </p:spPr>
      </p:pic>
      <p:sp>
        <p:nvSpPr>
          <p:cNvPr id="97" name="Shape 22"/>
          <p:cNvSpPr/>
          <p:nvPr/>
        </p:nvSpPr>
        <p:spPr>
          <a:xfrm>
            <a:off x="3706063" y="4496105"/>
            <a:ext cx="194767" cy="194767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98" name="Shape 23"/>
          <p:cNvSpPr/>
          <p:nvPr/>
        </p:nvSpPr>
        <p:spPr>
          <a:xfrm rot="6000">
            <a:off x="998525" y="4539996"/>
            <a:ext cx="194767" cy="194767"/>
          </a:xfrm>
          <a:prstGeom prst="roundRect">
            <a:avLst/>
          </a:prstGeom>
          <a:solidFill>
            <a:srgbClr val="FFFFFF"/>
          </a:solidFill>
          <a:ln/>
        </p:spPr>
      </p:sp>
      <p:pic>
        <p:nvPicPr>
          <p:cNvPr id="99" name="Image 73" descr="preencoded.png">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9630461" y="4795114"/>
            <a:ext cx="124358" cy="213055"/>
          </a:xfrm>
          <a:prstGeom prst="rect">
            <a:avLst/>
          </a:prstGeom>
        </p:spPr>
      </p:pic>
      <p:pic>
        <p:nvPicPr>
          <p:cNvPr id="100" name="Image 74" descr="preencoded.png">    </p:cNvPr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2005279" y="5035601"/>
            <a:ext cx="256946" cy="97841"/>
          </a:xfrm>
          <a:prstGeom prst="rect">
            <a:avLst/>
          </a:prstGeom>
        </p:spPr>
      </p:pic>
      <p:pic>
        <p:nvPicPr>
          <p:cNvPr id="101" name="Image 75" descr="preencoded.png">    </p:cNvPr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2986430" y="5035601"/>
            <a:ext cx="256946" cy="97841"/>
          </a:xfrm>
          <a:prstGeom prst="rect">
            <a:avLst/>
          </a:prstGeom>
        </p:spPr>
      </p:pic>
      <p:pic>
        <p:nvPicPr>
          <p:cNvPr id="102" name="Image 76" descr="preencoded.png">    </p:cNvPr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4179722" y="5035601"/>
            <a:ext cx="256946" cy="97841"/>
          </a:xfrm>
          <a:prstGeom prst="rect">
            <a:avLst/>
          </a:prstGeom>
        </p:spPr>
      </p:pic>
      <p:sp>
        <p:nvSpPr>
          <p:cNvPr id="103" name="Shape 24"/>
          <p:cNvSpPr/>
          <p:nvPr/>
        </p:nvSpPr>
        <p:spPr>
          <a:xfrm rot="6000">
            <a:off x="1543507" y="5074006"/>
            <a:ext cx="194767" cy="194767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04" name="Shape 25"/>
          <p:cNvSpPr/>
          <p:nvPr/>
        </p:nvSpPr>
        <p:spPr>
          <a:xfrm rot="-6000">
            <a:off x="2531059" y="5074006"/>
            <a:ext cx="194767" cy="194767"/>
          </a:xfrm>
          <a:prstGeom prst="roundRect">
            <a:avLst/>
          </a:prstGeom>
          <a:solidFill>
            <a:srgbClr val="F3F3F5"/>
          </a:solidFill>
          <a:ln/>
        </p:spPr>
      </p:sp>
      <p:sp>
        <p:nvSpPr>
          <p:cNvPr id="105" name="Shape 26"/>
          <p:cNvSpPr/>
          <p:nvPr/>
        </p:nvSpPr>
        <p:spPr>
          <a:xfrm>
            <a:off x="3517697" y="5074006"/>
            <a:ext cx="195682" cy="195682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06" name="Shape 27"/>
          <p:cNvSpPr/>
          <p:nvPr/>
        </p:nvSpPr>
        <p:spPr>
          <a:xfrm rot="-6000">
            <a:off x="4892040" y="5074006"/>
            <a:ext cx="194767" cy="194767"/>
          </a:xfrm>
          <a:prstGeom prst="roundRect">
            <a:avLst/>
          </a:prstGeom>
          <a:solidFill>
            <a:srgbClr val="FFFFFF"/>
          </a:solidFill>
          <a:ln/>
        </p:spPr>
      </p:sp>
      <p:pic>
        <p:nvPicPr>
          <p:cNvPr id="107" name="Image 77" descr="preencoded.png">    </p:cNvPr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1443838" y="5608930"/>
            <a:ext cx="389534" cy="336499"/>
          </a:xfrm>
          <a:prstGeom prst="rect">
            <a:avLst/>
          </a:prstGeom>
        </p:spPr>
      </p:pic>
      <p:pic>
        <p:nvPicPr>
          <p:cNvPr id="108" name="Image 78" descr="preencoded.png">    </p:cNvPr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2430475" y="5608930"/>
            <a:ext cx="398678" cy="336499"/>
          </a:xfrm>
          <a:prstGeom prst="rect">
            <a:avLst/>
          </a:prstGeom>
        </p:spPr>
      </p:pic>
      <p:pic>
        <p:nvPicPr>
          <p:cNvPr id="109" name="Image 79" descr="preencoded.png">    </p:cNvPr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3418027" y="5608930"/>
            <a:ext cx="389534" cy="336499"/>
          </a:xfrm>
          <a:prstGeom prst="rect">
            <a:avLst/>
          </a:prstGeom>
        </p:spPr>
      </p:pic>
      <p:pic>
        <p:nvPicPr>
          <p:cNvPr id="110" name="Image 80" descr="preencoded.png">    </p:cNvPr>
          <p:cNvPicPr>
            <a:picLocks noChangeAspect="1"/>
          </p:cNvPicPr>
          <p:nvPr/>
        </p:nvPicPr>
        <p:blipFill>
          <a:blip r:embed="rId81"/>
          <a:stretch>
            <a:fillRect/>
          </a:stretch>
        </p:blipFill>
        <p:spPr>
          <a:xfrm>
            <a:off x="4907585" y="5679338"/>
            <a:ext cx="132588" cy="213055"/>
          </a:xfrm>
          <a:prstGeom prst="rect">
            <a:avLst/>
          </a:prstGeom>
        </p:spPr>
      </p:pic>
      <p:pic>
        <p:nvPicPr>
          <p:cNvPr id="111" name="Image 81" descr="preencoded.png">    </p:cNvPr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960120" y="2816352"/>
            <a:ext cx="274320" cy="425196"/>
          </a:xfrm>
          <a:prstGeom prst="rect">
            <a:avLst/>
          </a:prstGeom>
        </p:spPr>
      </p:pic>
      <p:pic>
        <p:nvPicPr>
          <p:cNvPr id="112" name="Image 82" descr="preencoded.png">    </p:cNvPr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2701138" y="3496666"/>
            <a:ext cx="43891" cy="62179"/>
          </a:xfrm>
          <a:prstGeom prst="rect">
            <a:avLst/>
          </a:prstGeom>
        </p:spPr>
      </p:pic>
      <p:pic>
        <p:nvPicPr>
          <p:cNvPr id="113" name="Image 83" descr="preencoded.png">    </p:cNvPr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2612441" y="3535985"/>
            <a:ext cx="62179" cy="62179"/>
          </a:xfrm>
          <a:prstGeom prst="rect">
            <a:avLst/>
          </a:prstGeom>
        </p:spPr>
      </p:pic>
      <p:pic>
        <p:nvPicPr>
          <p:cNvPr id="114" name="Image 84" descr="preencoded.png">    </p:cNvPr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2777033" y="3537814"/>
            <a:ext cx="53035" cy="62179"/>
          </a:xfrm>
          <a:prstGeom prst="rect">
            <a:avLst/>
          </a:prstGeom>
        </p:spPr>
      </p:pic>
      <p:sp>
        <p:nvSpPr>
          <p:cNvPr id="115" name="Shape 28"/>
          <p:cNvSpPr/>
          <p:nvPr/>
        </p:nvSpPr>
        <p:spPr>
          <a:xfrm>
            <a:off x="2644445" y="3567989"/>
            <a:ext cx="161849" cy="161849"/>
          </a:xfrm>
          <a:prstGeom prst="ellipse">
            <a:avLst/>
          </a:prstGeom>
          <a:solidFill>
            <a:srgbClr val="143456"/>
          </a:solidFill>
          <a:ln/>
        </p:spPr>
      </p:sp>
      <p:pic>
        <p:nvPicPr>
          <p:cNvPr id="116" name="Image 85" descr="preencoded.png">    </p:cNvPr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2817266" y="3624682"/>
            <a:ext cx="53035" cy="43891"/>
          </a:xfrm>
          <a:prstGeom prst="rect">
            <a:avLst/>
          </a:prstGeom>
        </p:spPr>
      </p:pic>
      <p:pic>
        <p:nvPicPr>
          <p:cNvPr id="117" name="Image 86" descr="preencoded.png">    </p:cNvPr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2574036" y="3626510"/>
            <a:ext cx="62179" cy="43891"/>
          </a:xfrm>
          <a:prstGeom prst="rect">
            <a:avLst/>
          </a:prstGeom>
        </p:spPr>
      </p:pic>
      <p:pic>
        <p:nvPicPr>
          <p:cNvPr id="118" name="Image 87" descr="preencoded.png">    </p:cNvPr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3032150" y="3652114"/>
            <a:ext cx="372161" cy="247802"/>
          </a:xfrm>
          <a:prstGeom prst="rect">
            <a:avLst/>
          </a:prstGeom>
        </p:spPr>
      </p:pic>
      <p:pic>
        <p:nvPicPr>
          <p:cNvPr id="119" name="Image 88" descr="preencoded.png">    </p:cNvPr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4187952" y="3685032"/>
            <a:ext cx="256946" cy="239573"/>
          </a:xfrm>
          <a:prstGeom prst="rect">
            <a:avLst/>
          </a:prstGeom>
        </p:spPr>
      </p:pic>
      <p:pic>
        <p:nvPicPr>
          <p:cNvPr id="120" name="Image 89" descr="preencoded.png">    </p:cNvPr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2613355" y="3698748"/>
            <a:ext cx="726948" cy="309982"/>
          </a:xfrm>
          <a:prstGeom prst="rect">
            <a:avLst/>
          </a:prstGeom>
        </p:spPr>
      </p:pic>
      <p:pic>
        <p:nvPicPr>
          <p:cNvPr id="121" name="Image 90" descr="preencoded.png">    </p:cNvPr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3189427" y="3738982"/>
            <a:ext cx="53035" cy="62179"/>
          </a:xfrm>
          <a:prstGeom prst="rect">
            <a:avLst/>
          </a:prstGeom>
        </p:spPr>
      </p:pic>
      <p:sp>
        <p:nvSpPr>
          <p:cNvPr id="122" name="Shape 29"/>
          <p:cNvSpPr/>
          <p:nvPr/>
        </p:nvSpPr>
        <p:spPr>
          <a:xfrm rot="6000">
            <a:off x="11344961" y="3739896"/>
            <a:ext cx="149047" cy="165506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23" name="Shape 30"/>
          <p:cNvSpPr/>
          <p:nvPr/>
        </p:nvSpPr>
        <p:spPr>
          <a:xfrm rot="-6000">
            <a:off x="11631168" y="3738982"/>
            <a:ext cx="149962" cy="165506"/>
          </a:xfrm>
          <a:prstGeom prst="roundRect">
            <a:avLst/>
          </a:prstGeom>
          <a:solidFill>
            <a:srgbClr val="FFFFFF"/>
          </a:solidFill>
          <a:ln/>
        </p:spPr>
      </p:sp>
      <p:pic>
        <p:nvPicPr>
          <p:cNvPr id="124" name="Image 91" descr="preencoded.png">    </p:cNvPr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3206801" y="3803904"/>
            <a:ext cx="159106" cy="71323"/>
          </a:xfrm>
          <a:prstGeom prst="rect">
            <a:avLst/>
          </a:prstGeom>
        </p:spPr>
      </p:pic>
      <p:pic>
        <p:nvPicPr>
          <p:cNvPr id="125" name="Image 92" descr="preencoded.png">    </p:cNvPr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2893162" y="4004158"/>
            <a:ext cx="177394" cy="115214"/>
          </a:xfrm>
          <a:prstGeom prst="rect">
            <a:avLst/>
          </a:prstGeom>
        </p:spPr>
      </p:pic>
      <p:sp>
        <p:nvSpPr>
          <p:cNvPr id="126" name="Shape 31"/>
          <p:cNvSpPr/>
          <p:nvPr/>
        </p:nvSpPr>
        <p:spPr>
          <a:xfrm>
            <a:off x="11631168" y="4063594"/>
            <a:ext cx="149962" cy="164592"/>
          </a:xfrm>
          <a:prstGeom prst="roundRect">
            <a:avLst/>
          </a:prstGeom>
          <a:solidFill>
            <a:srgbClr val="FFFFFF"/>
          </a:solidFill>
          <a:ln/>
        </p:spPr>
      </p:sp>
      <p:pic>
        <p:nvPicPr>
          <p:cNvPr id="127" name="Image 93" descr="preencoded.png">    </p:cNvPr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1130198" y="4120286"/>
            <a:ext cx="97841" cy="256946"/>
          </a:xfrm>
          <a:prstGeom prst="rect">
            <a:avLst/>
          </a:prstGeom>
        </p:spPr>
      </p:pic>
      <p:sp>
        <p:nvSpPr>
          <p:cNvPr id="128" name="Shape 32"/>
          <p:cNvSpPr/>
          <p:nvPr/>
        </p:nvSpPr>
        <p:spPr>
          <a:xfrm rot="18000">
            <a:off x="11118190" y="4457700"/>
            <a:ext cx="150876" cy="166421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29" name="Shape 33"/>
          <p:cNvSpPr/>
          <p:nvPr/>
        </p:nvSpPr>
        <p:spPr>
          <a:xfrm rot="-6000">
            <a:off x="11631168" y="4458614"/>
            <a:ext cx="150876" cy="165506"/>
          </a:xfrm>
          <a:prstGeom prst="roundRect">
            <a:avLst/>
          </a:prstGeom>
          <a:solidFill>
            <a:srgbClr val="FFFFFF"/>
          </a:solidFill>
          <a:ln/>
        </p:spPr>
      </p:sp>
      <p:pic>
        <p:nvPicPr>
          <p:cNvPr id="130" name="Image 94" descr="preencoded.png">    </p:cNvPr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4187952" y="4471416"/>
            <a:ext cx="256946" cy="239573"/>
          </a:xfrm>
          <a:prstGeom prst="rect">
            <a:avLst/>
          </a:prstGeom>
        </p:spPr>
      </p:pic>
      <p:pic>
        <p:nvPicPr>
          <p:cNvPr id="131" name="Image 95" descr="preencoded.png">    </p:cNvPr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1512418" y="4513478"/>
            <a:ext cx="256946" cy="239573"/>
          </a:xfrm>
          <a:prstGeom prst="rect">
            <a:avLst/>
          </a:prstGeom>
        </p:spPr>
      </p:pic>
      <p:pic>
        <p:nvPicPr>
          <p:cNvPr id="132" name="Image 96" descr="preencoded.png">    </p:cNvPr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3487522" y="5655564"/>
            <a:ext cx="256946" cy="239573"/>
          </a:xfrm>
          <a:prstGeom prst="rect">
            <a:avLst/>
          </a:prstGeom>
        </p:spPr>
      </p:pic>
      <p:pic>
        <p:nvPicPr>
          <p:cNvPr id="133" name="Image 97" descr="preencoded.png">    </p:cNvPr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1511503" y="5655564"/>
            <a:ext cx="256946" cy="239573"/>
          </a:xfrm>
          <a:prstGeom prst="rect">
            <a:avLst/>
          </a:prstGeom>
        </p:spPr>
      </p:pic>
      <p:pic>
        <p:nvPicPr>
          <p:cNvPr id="134" name="Image 98" descr="preencoded.png">    </p:cNvPr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2499970" y="5655564"/>
            <a:ext cx="256946" cy="239573"/>
          </a:xfrm>
          <a:prstGeom prst="rect">
            <a:avLst/>
          </a:prstGeom>
        </p:spPr>
      </p:pic>
      <p:pic>
        <p:nvPicPr>
          <p:cNvPr id="135" name="Image 99" descr="preencoded.png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78408" y="2833726"/>
            <a:ext cx="239573" cy="389534"/>
          </a:xfrm>
          <a:prstGeom prst="rect">
            <a:avLst/>
          </a:prstGeom>
        </p:spPr>
      </p:pic>
      <p:pic>
        <p:nvPicPr>
          <p:cNvPr id="136" name="Image 100" descr="preencoded.png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2736799" y="3717036"/>
            <a:ext cx="496519" cy="274320"/>
          </a:xfrm>
          <a:prstGeom prst="rect">
            <a:avLst/>
          </a:prstGeom>
        </p:spPr>
      </p:pic>
      <p:pic>
        <p:nvPicPr>
          <p:cNvPr id="137" name="Image 101" descr="preencoded.png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3046781" y="3804818"/>
            <a:ext cx="132588" cy="79553"/>
          </a:xfrm>
          <a:prstGeom prst="rect">
            <a:avLst/>
          </a:prstGeom>
        </p:spPr>
      </p:pic>
      <p:pic>
        <p:nvPicPr>
          <p:cNvPr id="138" name="Image 102" descr="preencoded.png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2786177" y="3805733"/>
            <a:ext cx="266090" cy="79553"/>
          </a:xfrm>
          <a:prstGeom prst="rect">
            <a:avLst/>
          </a:prstGeom>
        </p:spPr>
      </p:pic>
      <p:pic>
        <p:nvPicPr>
          <p:cNvPr id="139" name="Image 103" descr="preencoded.png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2760574" y="3887114"/>
            <a:ext cx="451714" cy="88697"/>
          </a:xfrm>
          <a:prstGeom prst="rect">
            <a:avLst/>
          </a:prstGeom>
        </p:spPr>
      </p:pic>
      <p:sp>
        <p:nvSpPr>
          <p:cNvPr id="140" name="Text 34"/>
          <p:cNvSpPr/>
          <p:nvPr/>
        </p:nvSpPr>
        <p:spPr>
          <a:xfrm>
            <a:off x="3417113" y="341071"/>
            <a:ext cx="5884164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PANDAPOWER-BASED BENCHMARK NETWORKS FOR</a:t>
            </a:r>
            <a:endParaRPr lang="en-US" sz="1780" dirty="0"/>
          </a:p>
        </p:txBody>
      </p:sp>
      <p:sp>
        <p:nvSpPr>
          <p:cNvPr id="141" name="Text 35"/>
          <p:cNvSpPr/>
          <p:nvPr/>
        </p:nvSpPr>
        <p:spPr>
          <a:xfrm>
            <a:off x="3293669" y="660197"/>
            <a:ext cx="2786177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19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NETWORK-CONSTRAINED</a:t>
            </a:r>
            <a:endParaRPr lang="en-US" sz="1719" dirty="0"/>
          </a:p>
        </p:txBody>
      </p:sp>
      <p:sp>
        <p:nvSpPr>
          <p:cNvPr id="142" name="Text 36"/>
          <p:cNvSpPr/>
          <p:nvPr/>
        </p:nvSpPr>
        <p:spPr>
          <a:xfrm>
            <a:off x="6560820" y="660197"/>
            <a:ext cx="2488082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19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 SCHEDULING</a:t>
            </a:r>
            <a:endParaRPr lang="en-US" sz="1719" dirty="0"/>
          </a:p>
        </p:txBody>
      </p:sp>
      <p:sp>
        <p:nvSpPr>
          <p:cNvPr id="143" name="Text 37"/>
          <p:cNvSpPr/>
          <p:nvPr/>
        </p:nvSpPr>
        <p:spPr>
          <a:xfrm>
            <a:off x="645566" y="1350569"/>
            <a:ext cx="49130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6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CIGRE EUROPEAN LV: STORAGE-VALUE SANITY CASE</a:t>
            </a:r>
            <a:endParaRPr lang="en-US" sz="1468" dirty="0"/>
          </a:p>
        </p:txBody>
      </p:sp>
      <p:sp>
        <p:nvSpPr>
          <p:cNvPr id="144" name="Text 38"/>
          <p:cNvSpPr/>
          <p:nvPr/>
        </p:nvSpPr>
        <p:spPr>
          <a:xfrm>
            <a:off x="7247534" y="1357884"/>
            <a:ext cx="348843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5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MODIFIED IEEE33: STRESSED MAIN CASE</a:t>
            </a:r>
            <a:endParaRPr lang="en-US" sz="1351" dirty="0"/>
          </a:p>
        </p:txBody>
      </p:sp>
      <p:sp>
        <p:nvSpPr>
          <p:cNvPr id="145" name="Text 39"/>
          <p:cNvSpPr/>
          <p:nvPr/>
        </p:nvSpPr>
        <p:spPr>
          <a:xfrm>
            <a:off x="950976" y="1890065"/>
            <a:ext cx="387706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1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PCC</a:t>
            </a:r>
            <a:endParaRPr lang="en-US" sz="1412" dirty="0"/>
          </a:p>
        </p:txBody>
      </p:sp>
      <p:sp>
        <p:nvSpPr>
          <p:cNvPr id="146" name="Text 40"/>
          <p:cNvSpPr/>
          <p:nvPr/>
        </p:nvSpPr>
        <p:spPr>
          <a:xfrm>
            <a:off x="535838" y="2064715"/>
            <a:ext cx="115763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2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(Point of Common</a:t>
            </a:r>
            <a:endParaRPr lang="en-US" sz="1122" dirty="0"/>
          </a:p>
        </p:txBody>
      </p:sp>
      <p:sp>
        <p:nvSpPr>
          <p:cNvPr id="147" name="Text 41"/>
          <p:cNvSpPr/>
          <p:nvPr/>
        </p:nvSpPr>
        <p:spPr>
          <a:xfrm>
            <a:off x="802843" y="2252167"/>
            <a:ext cx="573329" cy="158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39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Coupling)</a:t>
            </a:r>
            <a:endParaRPr lang="en-US" sz="1039" dirty="0"/>
          </a:p>
        </p:txBody>
      </p:sp>
      <p:sp>
        <p:nvSpPr>
          <p:cNvPr id="148" name="Text 42"/>
          <p:cNvSpPr/>
          <p:nvPr/>
        </p:nvSpPr>
        <p:spPr>
          <a:xfrm>
            <a:off x="10457993" y="2509114"/>
            <a:ext cx="552298" cy="176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6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167" dirty="0"/>
          </a:p>
        </p:txBody>
      </p:sp>
      <p:sp>
        <p:nvSpPr>
          <p:cNvPr id="149" name="Text 43"/>
          <p:cNvSpPr/>
          <p:nvPr/>
        </p:nvSpPr>
        <p:spPr>
          <a:xfrm>
            <a:off x="10407701" y="2712110"/>
            <a:ext cx="5897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7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</a:t>
            </a:r>
            <a:endParaRPr lang="en-US" sz="1372" dirty="0"/>
          </a:p>
        </p:txBody>
      </p:sp>
      <p:sp>
        <p:nvSpPr>
          <p:cNvPr id="150" name="Text 44"/>
          <p:cNvSpPr/>
          <p:nvPr/>
        </p:nvSpPr>
        <p:spPr>
          <a:xfrm>
            <a:off x="8999525" y="2771546"/>
            <a:ext cx="651053" cy="19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8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Stressed</a:t>
            </a:r>
            <a:endParaRPr lang="en-US" sz="1281" dirty="0"/>
          </a:p>
        </p:txBody>
      </p:sp>
      <p:sp>
        <p:nvSpPr>
          <p:cNvPr id="151" name="Text 45"/>
          <p:cNvSpPr/>
          <p:nvPr/>
        </p:nvSpPr>
        <p:spPr>
          <a:xfrm>
            <a:off x="1411834" y="2934310"/>
            <a:ext cx="810158" cy="176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6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</a:t>
            </a:r>
            <a:endParaRPr lang="en-US" sz="1167" dirty="0"/>
          </a:p>
        </p:txBody>
      </p:sp>
      <p:sp>
        <p:nvSpPr>
          <p:cNvPr id="152" name="Text 46"/>
          <p:cNvSpPr/>
          <p:nvPr/>
        </p:nvSpPr>
        <p:spPr>
          <a:xfrm>
            <a:off x="9101938" y="2969971"/>
            <a:ext cx="485546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2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228" dirty="0"/>
          </a:p>
        </p:txBody>
      </p:sp>
      <p:sp>
        <p:nvSpPr>
          <p:cNvPr id="153" name="Text 47"/>
          <p:cNvSpPr/>
          <p:nvPr/>
        </p:nvSpPr>
        <p:spPr>
          <a:xfrm>
            <a:off x="8070494" y="3103474"/>
            <a:ext cx="227686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89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</a:t>
            </a:r>
            <a:endParaRPr lang="en-US" sz="1289" dirty="0"/>
          </a:p>
        </p:txBody>
      </p:sp>
      <p:sp>
        <p:nvSpPr>
          <p:cNvPr id="154" name="Text 48"/>
          <p:cNvSpPr/>
          <p:nvPr/>
        </p:nvSpPr>
        <p:spPr>
          <a:xfrm>
            <a:off x="7183526" y="3343046"/>
            <a:ext cx="258775" cy="220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74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</a:t>
            </a:r>
            <a:endParaRPr lang="en-US" sz="1474" dirty="0"/>
          </a:p>
        </p:txBody>
      </p:sp>
      <p:sp>
        <p:nvSpPr>
          <p:cNvPr id="155" name="Text 49"/>
          <p:cNvSpPr/>
          <p:nvPr/>
        </p:nvSpPr>
        <p:spPr>
          <a:xfrm>
            <a:off x="7203643" y="3984041"/>
            <a:ext cx="3013862" cy="2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026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000000000000000000000</a:t>
            </a:r>
            <a:endParaRPr lang="en-US" sz="2026" dirty="0"/>
          </a:p>
        </p:txBody>
      </p:sp>
      <p:sp>
        <p:nvSpPr>
          <p:cNvPr id="156" name="Text 50"/>
          <p:cNvSpPr/>
          <p:nvPr/>
        </p:nvSpPr>
        <p:spPr>
          <a:xfrm>
            <a:off x="2396642" y="4219956"/>
            <a:ext cx="1119226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89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Aggregated PV</a:t>
            </a:r>
            <a:endParaRPr lang="en-US" sz="1289" dirty="0"/>
          </a:p>
        </p:txBody>
      </p:sp>
      <p:sp>
        <p:nvSpPr>
          <p:cNvPr id="157" name="Text 51"/>
          <p:cNvSpPr/>
          <p:nvPr/>
        </p:nvSpPr>
        <p:spPr>
          <a:xfrm>
            <a:off x="10776204" y="4843577"/>
            <a:ext cx="897026" cy="185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33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Voltage-drop</a:t>
            </a:r>
            <a:endParaRPr lang="en-US" sz="1233" dirty="0"/>
          </a:p>
        </p:txBody>
      </p:sp>
      <p:sp>
        <p:nvSpPr>
          <p:cNvPr id="158" name="Text 52"/>
          <p:cNvSpPr/>
          <p:nvPr/>
        </p:nvSpPr>
        <p:spPr>
          <a:xfrm>
            <a:off x="7927848" y="4858207"/>
            <a:ext cx="258775" cy="220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74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</a:t>
            </a:r>
            <a:endParaRPr lang="en-US" sz="1474" dirty="0"/>
          </a:p>
        </p:txBody>
      </p:sp>
      <p:sp>
        <p:nvSpPr>
          <p:cNvPr id="159" name="Text 53"/>
          <p:cNvSpPr/>
          <p:nvPr/>
        </p:nvSpPr>
        <p:spPr>
          <a:xfrm>
            <a:off x="11017606" y="5050231"/>
            <a:ext cx="477317" cy="19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2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</a:t>
            </a:r>
            <a:endParaRPr lang="en-US" sz="1328" dirty="0"/>
          </a:p>
        </p:txBody>
      </p:sp>
      <p:sp>
        <p:nvSpPr>
          <p:cNvPr id="160" name="Text 54"/>
          <p:cNvSpPr/>
          <p:nvPr/>
        </p:nvSpPr>
        <p:spPr>
          <a:xfrm>
            <a:off x="9199778" y="5131613"/>
            <a:ext cx="1014070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2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BESS</a:t>
            </a:r>
            <a:endParaRPr lang="en-US" sz="1228" dirty="0"/>
          </a:p>
        </p:txBody>
      </p:sp>
      <p:sp>
        <p:nvSpPr>
          <p:cNvPr id="161" name="Text 55"/>
          <p:cNvSpPr/>
          <p:nvPr/>
        </p:nvSpPr>
        <p:spPr>
          <a:xfrm>
            <a:off x="9180576" y="5335524"/>
            <a:ext cx="1111910" cy="176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6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MWh / 0.5 MW</a:t>
            </a:r>
            <a:endParaRPr lang="en-US" sz="1167" dirty="0"/>
          </a:p>
        </p:txBody>
      </p:sp>
      <p:sp>
        <p:nvSpPr>
          <p:cNvPr id="162" name="Text 56"/>
          <p:cNvSpPr/>
          <p:nvPr/>
        </p:nvSpPr>
        <p:spPr>
          <a:xfrm>
            <a:off x="1956816" y="6015838"/>
            <a:ext cx="1347826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94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Load</a:t>
            </a:r>
            <a:endParaRPr lang="en-US" sz="1394" dirty="0"/>
          </a:p>
        </p:txBody>
      </p:sp>
      <p:sp>
        <p:nvSpPr>
          <p:cNvPr id="163" name="Text 57"/>
          <p:cNvSpPr/>
          <p:nvPr/>
        </p:nvSpPr>
        <p:spPr>
          <a:xfrm>
            <a:off x="4562856" y="6028639"/>
            <a:ext cx="693115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Feeder tail</a:t>
            </a:r>
            <a:endParaRPr lang="en-US" sz="1140" dirty="0"/>
          </a:p>
        </p:txBody>
      </p:sp>
      <p:sp>
        <p:nvSpPr>
          <p:cNvPr id="164" name="Text 58"/>
          <p:cNvSpPr/>
          <p:nvPr/>
        </p:nvSpPr>
        <p:spPr>
          <a:xfrm>
            <a:off x="4742993" y="6199632"/>
            <a:ext cx="515722" cy="223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96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</a:t>
            </a:r>
            <a:endParaRPr lang="en-US" sz="149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2026-04-11T00:13:24Z</dcterms:created>
  <dcterms:modified xsi:type="dcterms:W3CDTF">2026-04-11T00:13:24Z</dcterms:modified>
</cp:coreProperties>
</file>