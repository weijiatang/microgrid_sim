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2242" y="10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54526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15.png"/><Relationship Id="rId299" Type="http://schemas.openxmlformats.org/officeDocument/2006/relationships/image" Target="../media/image297.png"/><Relationship Id="rId21" Type="http://schemas.openxmlformats.org/officeDocument/2006/relationships/image" Target="../media/image19.png"/><Relationship Id="rId63" Type="http://schemas.openxmlformats.org/officeDocument/2006/relationships/image" Target="../media/image61.png"/><Relationship Id="rId159" Type="http://schemas.openxmlformats.org/officeDocument/2006/relationships/image" Target="../media/image157.png"/><Relationship Id="rId324" Type="http://schemas.openxmlformats.org/officeDocument/2006/relationships/image" Target="../media/image322.png"/><Relationship Id="rId170" Type="http://schemas.openxmlformats.org/officeDocument/2006/relationships/image" Target="../media/image168.png"/><Relationship Id="rId226" Type="http://schemas.openxmlformats.org/officeDocument/2006/relationships/image" Target="../media/image224.png"/><Relationship Id="rId268" Type="http://schemas.openxmlformats.org/officeDocument/2006/relationships/image" Target="../media/image266.png"/><Relationship Id="rId32" Type="http://schemas.openxmlformats.org/officeDocument/2006/relationships/image" Target="../media/image30.png"/><Relationship Id="rId74" Type="http://schemas.openxmlformats.org/officeDocument/2006/relationships/image" Target="../media/image72.png"/><Relationship Id="rId128" Type="http://schemas.openxmlformats.org/officeDocument/2006/relationships/image" Target="../media/image126.png"/><Relationship Id="rId335" Type="http://schemas.openxmlformats.org/officeDocument/2006/relationships/image" Target="../media/image333.png"/><Relationship Id="rId5" Type="http://schemas.openxmlformats.org/officeDocument/2006/relationships/image" Target="../media/image3.png"/><Relationship Id="rId181" Type="http://schemas.openxmlformats.org/officeDocument/2006/relationships/image" Target="../media/image179.png"/><Relationship Id="rId237" Type="http://schemas.openxmlformats.org/officeDocument/2006/relationships/image" Target="../media/image235.png"/><Relationship Id="rId279" Type="http://schemas.openxmlformats.org/officeDocument/2006/relationships/image" Target="../media/image277.png"/><Relationship Id="rId43" Type="http://schemas.openxmlformats.org/officeDocument/2006/relationships/image" Target="../media/image41.png"/><Relationship Id="rId139" Type="http://schemas.openxmlformats.org/officeDocument/2006/relationships/image" Target="../media/image137.png"/><Relationship Id="rId290" Type="http://schemas.openxmlformats.org/officeDocument/2006/relationships/image" Target="../media/image288.png"/><Relationship Id="rId304" Type="http://schemas.openxmlformats.org/officeDocument/2006/relationships/image" Target="../media/image302.png"/><Relationship Id="rId346" Type="http://schemas.openxmlformats.org/officeDocument/2006/relationships/image" Target="../media/image344.png"/><Relationship Id="rId85" Type="http://schemas.openxmlformats.org/officeDocument/2006/relationships/image" Target="../media/image83.png"/><Relationship Id="rId150" Type="http://schemas.openxmlformats.org/officeDocument/2006/relationships/image" Target="../media/image148.png"/><Relationship Id="rId192" Type="http://schemas.openxmlformats.org/officeDocument/2006/relationships/image" Target="../media/image190.png"/><Relationship Id="rId206" Type="http://schemas.openxmlformats.org/officeDocument/2006/relationships/image" Target="../media/image204.png"/><Relationship Id="rId248" Type="http://schemas.openxmlformats.org/officeDocument/2006/relationships/image" Target="../media/image246.png"/><Relationship Id="rId12" Type="http://schemas.openxmlformats.org/officeDocument/2006/relationships/image" Target="../media/image10.png"/><Relationship Id="rId108" Type="http://schemas.openxmlformats.org/officeDocument/2006/relationships/image" Target="../media/image106.png"/><Relationship Id="rId315" Type="http://schemas.openxmlformats.org/officeDocument/2006/relationships/image" Target="../media/image313.png"/><Relationship Id="rId357" Type="http://schemas.openxmlformats.org/officeDocument/2006/relationships/image" Target="../media/image355.png"/><Relationship Id="rId54" Type="http://schemas.openxmlformats.org/officeDocument/2006/relationships/image" Target="../media/image52.png"/><Relationship Id="rId96" Type="http://schemas.openxmlformats.org/officeDocument/2006/relationships/image" Target="../media/image94.png"/><Relationship Id="rId161" Type="http://schemas.openxmlformats.org/officeDocument/2006/relationships/image" Target="../media/image159.png"/><Relationship Id="rId217" Type="http://schemas.openxmlformats.org/officeDocument/2006/relationships/image" Target="../media/image215.png"/><Relationship Id="rId259" Type="http://schemas.openxmlformats.org/officeDocument/2006/relationships/image" Target="../media/image257.png"/><Relationship Id="rId23" Type="http://schemas.openxmlformats.org/officeDocument/2006/relationships/image" Target="../media/image21.png"/><Relationship Id="rId119" Type="http://schemas.openxmlformats.org/officeDocument/2006/relationships/image" Target="../media/image117.png"/><Relationship Id="rId270" Type="http://schemas.openxmlformats.org/officeDocument/2006/relationships/image" Target="../media/image268.png"/><Relationship Id="rId326" Type="http://schemas.openxmlformats.org/officeDocument/2006/relationships/image" Target="../media/image324.png"/><Relationship Id="rId65" Type="http://schemas.openxmlformats.org/officeDocument/2006/relationships/image" Target="../media/image63.png"/><Relationship Id="rId130" Type="http://schemas.openxmlformats.org/officeDocument/2006/relationships/image" Target="../media/image128.png"/><Relationship Id="rId172" Type="http://schemas.openxmlformats.org/officeDocument/2006/relationships/image" Target="../media/image170.png"/><Relationship Id="rId228" Type="http://schemas.openxmlformats.org/officeDocument/2006/relationships/image" Target="../media/image226.png"/><Relationship Id="rId281" Type="http://schemas.openxmlformats.org/officeDocument/2006/relationships/image" Target="../media/image279.png"/><Relationship Id="rId337" Type="http://schemas.openxmlformats.org/officeDocument/2006/relationships/image" Target="../media/image335.png"/><Relationship Id="rId34" Type="http://schemas.openxmlformats.org/officeDocument/2006/relationships/image" Target="../media/image32.png"/><Relationship Id="rId76" Type="http://schemas.openxmlformats.org/officeDocument/2006/relationships/image" Target="../media/image74.png"/><Relationship Id="rId141" Type="http://schemas.openxmlformats.org/officeDocument/2006/relationships/image" Target="../media/image139.png"/><Relationship Id="rId7" Type="http://schemas.openxmlformats.org/officeDocument/2006/relationships/image" Target="../media/image5.png"/><Relationship Id="rId183" Type="http://schemas.openxmlformats.org/officeDocument/2006/relationships/image" Target="../media/image181.png"/><Relationship Id="rId239" Type="http://schemas.openxmlformats.org/officeDocument/2006/relationships/image" Target="../media/image237.png"/><Relationship Id="rId250" Type="http://schemas.openxmlformats.org/officeDocument/2006/relationships/image" Target="../media/image248.png"/><Relationship Id="rId292" Type="http://schemas.openxmlformats.org/officeDocument/2006/relationships/image" Target="../media/image290.png"/><Relationship Id="rId306" Type="http://schemas.openxmlformats.org/officeDocument/2006/relationships/image" Target="../media/image304.png"/><Relationship Id="rId45" Type="http://schemas.openxmlformats.org/officeDocument/2006/relationships/image" Target="../media/image43.png"/><Relationship Id="rId87" Type="http://schemas.openxmlformats.org/officeDocument/2006/relationships/image" Target="../media/image85.png"/><Relationship Id="rId110" Type="http://schemas.openxmlformats.org/officeDocument/2006/relationships/image" Target="../media/image108.png"/><Relationship Id="rId348" Type="http://schemas.openxmlformats.org/officeDocument/2006/relationships/image" Target="../media/image346.png"/><Relationship Id="rId152" Type="http://schemas.openxmlformats.org/officeDocument/2006/relationships/image" Target="../media/image150.png"/><Relationship Id="rId194" Type="http://schemas.openxmlformats.org/officeDocument/2006/relationships/image" Target="../media/image192.png"/><Relationship Id="rId208" Type="http://schemas.openxmlformats.org/officeDocument/2006/relationships/image" Target="../media/image206.png"/><Relationship Id="rId261" Type="http://schemas.openxmlformats.org/officeDocument/2006/relationships/image" Target="../media/image259.png"/><Relationship Id="rId14" Type="http://schemas.openxmlformats.org/officeDocument/2006/relationships/image" Target="../media/image12.png"/><Relationship Id="rId56" Type="http://schemas.openxmlformats.org/officeDocument/2006/relationships/image" Target="../media/image54.png"/><Relationship Id="rId317" Type="http://schemas.openxmlformats.org/officeDocument/2006/relationships/image" Target="../media/image315.png"/><Relationship Id="rId98" Type="http://schemas.openxmlformats.org/officeDocument/2006/relationships/image" Target="../media/image96.png"/><Relationship Id="rId121" Type="http://schemas.openxmlformats.org/officeDocument/2006/relationships/image" Target="../media/image119.png"/><Relationship Id="rId163" Type="http://schemas.openxmlformats.org/officeDocument/2006/relationships/image" Target="../media/image161.png"/><Relationship Id="rId219" Type="http://schemas.openxmlformats.org/officeDocument/2006/relationships/image" Target="../media/image217.png"/><Relationship Id="rId230" Type="http://schemas.openxmlformats.org/officeDocument/2006/relationships/image" Target="../media/image228.png"/><Relationship Id="rId25" Type="http://schemas.openxmlformats.org/officeDocument/2006/relationships/image" Target="../media/image23.png"/><Relationship Id="rId46" Type="http://schemas.openxmlformats.org/officeDocument/2006/relationships/image" Target="../media/image44.png"/><Relationship Id="rId67" Type="http://schemas.openxmlformats.org/officeDocument/2006/relationships/image" Target="../media/image65.png"/><Relationship Id="rId272" Type="http://schemas.openxmlformats.org/officeDocument/2006/relationships/image" Target="../media/image270.png"/><Relationship Id="rId293" Type="http://schemas.openxmlformats.org/officeDocument/2006/relationships/image" Target="../media/image291.png"/><Relationship Id="rId307" Type="http://schemas.openxmlformats.org/officeDocument/2006/relationships/image" Target="../media/image305.png"/><Relationship Id="rId328" Type="http://schemas.openxmlformats.org/officeDocument/2006/relationships/image" Target="../media/image326.png"/><Relationship Id="rId349" Type="http://schemas.openxmlformats.org/officeDocument/2006/relationships/image" Target="../media/image347.png"/><Relationship Id="rId88" Type="http://schemas.openxmlformats.org/officeDocument/2006/relationships/image" Target="../media/image86.png"/><Relationship Id="rId111" Type="http://schemas.openxmlformats.org/officeDocument/2006/relationships/image" Target="../media/image109.png"/><Relationship Id="rId132" Type="http://schemas.openxmlformats.org/officeDocument/2006/relationships/image" Target="../media/image130.png"/><Relationship Id="rId153" Type="http://schemas.openxmlformats.org/officeDocument/2006/relationships/image" Target="../media/image151.png"/><Relationship Id="rId174" Type="http://schemas.openxmlformats.org/officeDocument/2006/relationships/image" Target="../media/image172.png"/><Relationship Id="rId195" Type="http://schemas.openxmlformats.org/officeDocument/2006/relationships/image" Target="../media/image193.png"/><Relationship Id="rId209" Type="http://schemas.openxmlformats.org/officeDocument/2006/relationships/image" Target="../media/image207.png"/><Relationship Id="rId220" Type="http://schemas.openxmlformats.org/officeDocument/2006/relationships/image" Target="../media/image218.png"/><Relationship Id="rId241" Type="http://schemas.openxmlformats.org/officeDocument/2006/relationships/image" Target="../media/image239.png"/><Relationship Id="rId15" Type="http://schemas.openxmlformats.org/officeDocument/2006/relationships/image" Target="../media/image13.png"/><Relationship Id="rId36" Type="http://schemas.openxmlformats.org/officeDocument/2006/relationships/image" Target="../media/image34.png"/><Relationship Id="rId57" Type="http://schemas.openxmlformats.org/officeDocument/2006/relationships/image" Target="../media/image55.png"/><Relationship Id="rId262" Type="http://schemas.openxmlformats.org/officeDocument/2006/relationships/image" Target="../media/image260.png"/><Relationship Id="rId283" Type="http://schemas.openxmlformats.org/officeDocument/2006/relationships/image" Target="../media/image281.png"/><Relationship Id="rId318" Type="http://schemas.openxmlformats.org/officeDocument/2006/relationships/image" Target="../media/image316.png"/><Relationship Id="rId339" Type="http://schemas.openxmlformats.org/officeDocument/2006/relationships/image" Target="../media/image337.png"/><Relationship Id="rId78" Type="http://schemas.openxmlformats.org/officeDocument/2006/relationships/image" Target="../media/image76.png"/><Relationship Id="rId99" Type="http://schemas.openxmlformats.org/officeDocument/2006/relationships/image" Target="../media/image97.png"/><Relationship Id="rId101" Type="http://schemas.openxmlformats.org/officeDocument/2006/relationships/image" Target="../media/image99.png"/><Relationship Id="rId122" Type="http://schemas.openxmlformats.org/officeDocument/2006/relationships/image" Target="../media/image120.png"/><Relationship Id="rId143" Type="http://schemas.openxmlformats.org/officeDocument/2006/relationships/image" Target="../media/image141.png"/><Relationship Id="rId164" Type="http://schemas.openxmlformats.org/officeDocument/2006/relationships/image" Target="../media/image162.png"/><Relationship Id="rId185" Type="http://schemas.openxmlformats.org/officeDocument/2006/relationships/image" Target="../media/image183.png"/><Relationship Id="rId350" Type="http://schemas.openxmlformats.org/officeDocument/2006/relationships/image" Target="../media/image348.png"/><Relationship Id="rId9" Type="http://schemas.openxmlformats.org/officeDocument/2006/relationships/image" Target="../media/image7.png"/><Relationship Id="rId210" Type="http://schemas.openxmlformats.org/officeDocument/2006/relationships/image" Target="../media/image208.png"/><Relationship Id="rId26" Type="http://schemas.openxmlformats.org/officeDocument/2006/relationships/image" Target="../media/image24.png"/><Relationship Id="rId231" Type="http://schemas.openxmlformats.org/officeDocument/2006/relationships/image" Target="../media/image229.png"/><Relationship Id="rId252" Type="http://schemas.openxmlformats.org/officeDocument/2006/relationships/image" Target="../media/image250.png"/><Relationship Id="rId273" Type="http://schemas.openxmlformats.org/officeDocument/2006/relationships/image" Target="../media/image271.png"/><Relationship Id="rId294" Type="http://schemas.openxmlformats.org/officeDocument/2006/relationships/image" Target="../media/image292.png"/><Relationship Id="rId308" Type="http://schemas.openxmlformats.org/officeDocument/2006/relationships/image" Target="../media/image306.png"/><Relationship Id="rId329" Type="http://schemas.openxmlformats.org/officeDocument/2006/relationships/image" Target="../media/image327.png"/><Relationship Id="rId47" Type="http://schemas.openxmlformats.org/officeDocument/2006/relationships/image" Target="../media/image45.png"/><Relationship Id="rId68" Type="http://schemas.openxmlformats.org/officeDocument/2006/relationships/image" Target="../media/image66.png"/><Relationship Id="rId89" Type="http://schemas.openxmlformats.org/officeDocument/2006/relationships/image" Target="../media/image87.png"/><Relationship Id="rId112" Type="http://schemas.openxmlformats.org/officeDocument/2006/relationships/image" Target="../media/image110.png"/><Relationship Id="rId133" Type="http://schemas.openxmlformats.org/officeDocument/2006/relationships/image" Target="../media/image131.png"/><Relationship Id="rId154" Type="http://schemas.openxmlformats.org/officeDocument/2006/relationships/image" Target="../media/image152.png"/><Relationship Id="rId175" Type="http://schemas.openxmlformats.org/officeDocument/2006/relationships/image" Target="../media/image173.png"/><Relationship Id="rId340" Type="http://schemas.openxmlformats.org/officeDocument/2006/relationships/image" Target="../media/image338.png"/><Relationship Id="rId196" Type="http://schemas.openxmlformats.org/officeDocument/2006/relationships/image" Target="../media/image194.png"/><Relationship Id="rId200" Type="http://schemas.openxmlformats.org/officeDocument/2006/relationships/image" Target="../media/image198.png"/><Relationship Id="rId16" Type="http://schemas.openxmlformats.org/officeDocument/2006/relationships/image" Target="../media/image14.png"/><Relationship Id="rId221" Type="http://schemas.openxmlformats.org/officeDocument/2006/relationships/image" Target="../media/image219.png"/><Relationship Id="rId242" Type="http://schemas.openxmlformats.org/officeDocument/2006/relationships/image" Target="../media/image240.png"/><Relationship Id="rId263" Type="http://schemas.openxmlformats.org/officeDocument/2006/relationships/image" Target="../media/image261.png"/><Relationship Id="rId284" Type="http://schemas.openxmlformats.org/officeDocument/2006/relationships/image" Target="../media/image282.png"/><Relationship Id="rId319" Type="http://schemas.openxmlformats.org/officeDocument/2006/relationships/image" Target="../media/image317.png"/><Relationship Id="rId37" Type="http://schemas.openxmlformats.org/officeDocument/2006/relationships/image" Target="../media/image35.png"/><Relationship Id="rId58" Type="http://schemas.openxmlformats.org/officeDocument/2006/relationships/image" Target="../media/image56.png"/><Relationship Id="rId79" Type="http://schemas.openxmlformats.org/officeDocument/2006/relationships/image" Target="../media/image77.png"/><Relationship Id="rId102" Type="http://schemas.openxmlformats.org/officeDocument/2006/relationships/image" Target="../media/image100.png"/><Relationship Id="rId123" Type="http://schemas.openxmlformats.org/officeDocument/2006/relationships/image" Target="../media/image121.png"/><Relationship Id="rId144" Type="http://schemas.openxmlformats.org/officeDocument/2006/relationships/image" Target="../media/image142.png"/><Relationship Id="rId330" Type="http://schemas.openxmlformats.org/officeDocument/2006/relationships/image" Target="../media/image328.png"/><Relationship Id="rId90" Type="http://schemas.openxmlformats.org/officeDocument/2006/relationships/image" Target="../media/image88.png"/><Relationship Id="rId165" Type="http://schemas.openxmlformats.org/officeDocument/2006/relationships/image" Target="../media/image163.png"/><Relationship Id="rId186" Type="http://schemas.openxmlformats.org/officeDocument/2006/relationships/image" Target="../media/image184.png"/><Relationship Id="rId351" Type="http://schemas.openxmlformats.org/officeDocument/2006/relationships/image" Target="../media/image349.png"/><Relationship Id="rId211" Type="http://schemas.openxmlformats.org/officeDocument/2006/relationships/image" Target="../media/image209.png"/><Relationship Id="rId232" Type="http://schemas.openxmlformats.org/officeDocument/2006/relationships/image" Target="../media/image230.png"/><Relationship Id="rId253" Type="http://schemas.openxmlformats.org/officeDocument/2006/relationships/image" Target="../media/image251.png"/><Relationship Id="rId274" Type="http://schemas.openxmlformats.org/officeDocument/2006/relationships/image" Target="../media/image272.png"/><Relationship Id="rId295" Type="http://schemas.openxmlformats.org/officeDocument/2006/relationships/image" Target="../media/image293.png"/><Relationship Id="rId309" Type="http://schemas.openxmlformats.org/officeDocument/2006/relationships/image" Target="../media/image307.png"/><Relationship Id="rId27" Type="http://schemas.openxmlformats.org/officeDocument/2006/relationships/image" Target="../media/image25.png"/><Relationship Id="rId48" Type="http://schemas.openxmlformats.org/officeDocument/2006/relationships/image" Target="../media/image46.png"/><Relationship Id="rId69" Type="http://schemas.openxmlformats.org/officeDocument/2006/relationships/image" Target="../media/image67.png"/><Relationship Id="rId113" Type="http://schemas.openxmlformats.org/officeDocument/2006/relationships/image" Target="../media/image111.png"/><Relationship Id="rId134" Type="http://schemas.openxmlformats.org/officeDocument/2006/relationships/image" Target="../media/image132.png"/><Relationship Id="rId320" Type="http://schemas.openxmlformats.org/officeDocument/2006/relationships/image" Target="../media/image318.png"/><Relationship Id="rId80" Type="http://schemas.openxmlformats.org/officeDocument/2006/relationships/image" Target="../media/image78.png"/><Relationship Id="rId155" Type="http://schemas.openxmlformats.org/officeDocument/2006/relationships/image" Target="../media/image153.png"/><Relationship Id="rId176" Type="http://schemas.openxmlformats.org/officeDocument/2006/relationships/image" Target="../media/image174.png"/><Relationship Id="rId197" Type="http://schemas.openxmlformats.org/officeDocument/2006/relationships/image" Target="../media/image195.png"/><Relationship Id="rId341" Type="http://schemas.openxmlformats.org/officeDocument/2006/relationships/image" Target="../media/image339.png"/><Relationship Id="rId201" Type="http://schemas.openxmlformats.org/officeDocument/2006/relationships/image" Target="../media/image199.png"/><Relationship Id="rId222" Type="http://schemas.openxmlformats.org/officeDocument/2006/relationships/image" Target="../media/image220.png"/><Relationship Id="rId243" Type="http://schemas.openxmlformats.org/officeDocument/2006/relationships/image" Target="../media/image241.png"/><Relationship Id="rId264" Type="http://schemas.openxmlformats.org/officeDocument/2006/relationships/image" Target="../media/image262.png"/><Relationship Id="rId285" Type="http://schemas.openxmlformats.org/officeDocument/2006/relationships/image" Target="../media/image283.png"/><Relationship Id="rId17" Type="http://schemas.openxmlformats.org/officeDocument/2006/relationships/image" Target="../media/image15.png"/><Relationship Id="rId38" Type="http://schemas.openxmlformats.org/officeDocument/2006/relationships/image" Target="../media/image36.png"/><Relationship Id="rId59" Type="http://schemas.openxmlformats.org/officeDocument/2006/relationships/image" Target="../media/image57.png"/><Relationship Id="rId103" Type="http://schemas.openxmlformats.org/officeDocument/2006/relationships/image" Target="../media/image101.png"/><Relationship Id="rId124" Type="http://schemas.openxmlformats.org/officeDocument/2006/relationships/image" Target="../media/image122.png"/><Relationship Id="rId310" Type="http://schemas.openxmlformats.org/officeDocument/2006/relationships/image" Target="../media/image308.png"/><Relationship Id="rId70" Type="http://schemas.openxmlformats.org/officeDocument/2006/relationships/image" Target="../media/image68.png"/><Relationship Id="rId91" Type="http://schemas.openxmlformats.org/officeDocument/2006/relationships/image" Target="../media/image89.png"/><Relationship Id="rId145" Type="http://schemas.openxmlformats.org/officeDocument/2006/relationships/image" Target="../media/image143.png"/><Relationship Id="rId166" Type="http://schemas.openxmlformats.org/officeDocument/2006/relationships/image" Target="../media/image164.png"/><Relationship Id="rId187" Type="http://schemas.openxmlformats.org/officeDocument/2006/relationships/image" Target="../media/image185.png"/><Relationship Id="rId331" Type="http://schemas.openxmlformats.org/officeDocument/2006/relationships/image" Target="../media/image329.png"/><Relationship Id="rId352" Type="http://schemas.openxmlformats.org/officeDocument/2006/relationships/image" Target="../media/image350.png"/><Relationship Id="rId1" Type="http://schemas.openxmlformats.org/officeDocument/2006/relationships/slideLayout" Target="../slideLayouts/slideLayout1.xml"/><Relationship Id="rId212" Type="http://schemas.openxmlformats.org/officeDocument/2006/relationships/image" Target="../media/image210.png"/><Relationship Id="rId233" Type="http://schemas.openxmlformats.org/officeDocument/2006/relationships/image" Target="../media/image231.png"/><Relationship Id="rId254" Type="http://schemas.openxmlformats.org/officeDocument/2006/relationships/image" Target="../media/image252.png"/><Relationship Id="rId28" Type="http://schemas.openxmlformats.org/officeDocument/2006/relationships/image" Target="../media/image26.png"/><Relationship Id="rId49" Type="http://schemas.openxmlformats.org/officeDocument/2006/relationships/image" Target="../media/image47.png"/><Relationship Id="rId114" Type="http://schemas.openxmlformats.org/officeDocument/2006/relationships/image" Target="../media/image112.png"/><Relationship Id="rId275" Type="http://schemas.openxmlformats.org/officeDocument/2006/relationships/image" Target="../media/image273.png"/><Relationship Id="rId296" Type="http://schemas.openxmlformats.org/officeDocument/2006/relationships/image" Target="../media/image294.png"/><Relationship Id="rId300" Type="http://schemas.openxmlformats.org/officeDocument/2006/relationships/image" Target="../media/image298.png"/><Relationship Id="rId60" Type="http://schemas.openxmlformats.org/officeDocument/2006/relationships/image" Target="../media/image58.png"/><Relationship Id="rId81" Type="http://schemas.openxmlformats.org/officeDocument/2006/relationships/image" Target="../media/image79.png"/><Relationship Id="rId135" Type="http://schemas.openxmlformats.org/officeDocument/2006/relationships/image" Target="../media/image133.png"/><Relationship Id="rId156" Type="http://schemas.openxmlformats.org/officeDocument/2006/relationships/image" Target="../media/image154.png"/><Relationship Id="rId177" Type="http://schemas.openxmlformats.org/officeDocument/2006/relationships/image" Target="../media/image175.png"/><Relationship Id="rId198" Type="http://schemas.openxmlformats.org/officeDocument/2006/relationships/image" Target="../media/image196.png"/><Relationship Id="rId321" Type="http://schemas.openxmlformats.org/officeDocument/2006/relationships/image" Target="../media/image319.png"/><Relationship Id="rId342" Type="http://schemas.openxmlformats.org/officeDocument/2006/relationships/image" Target="../media/image340.png"/><Relationship Id="rId202" Type="http://schemas.openxmlformats.org/officeDocument/2006/relationships/image" Target="../media/image200.png"/><Relationship Id="rId223" Type="http://schemas.openxmlformats.org/officeDocument/2006/relationships/image" Target="../media/image221.png"/><Relationship Id="rId244" Type="http://schemas.openxmlformats.org/officeDocument/2006/relationships/image" Target="../media/image242.png"/><Relationship Id="rId18" Type="http://schemas.openxmlformats.org/officeDocument/2006/relationships/image" Target="../media/image16.png"/><Relationship Id="rId39" Type="http://schemas.openxmlformats.org/officeDocument/2006/relationships/image" Target="../media/image37.png"/><Relationship Id="rId265" Type="http://schemas.openxmlformats.org/officeDocument/2006/relationships/image" Target="../media/image263.png"/><Relationship Id="rId286" Type="http://schemas.openxmlformats.org/officeDocument/2006/relationships/image" Target="../media/image284.png"/><Relationship Id="rId50" Type="http://schemas.openxmlformats.org/officeDocument/2006/relationships/image" Target="../media/image48.png"/><Relationship Id="rId104" Type="http://schemas.openxmlformats.org/officeDocument/2006/relationships/image" Target="../media/image102.png"/><Relationship Id="rId125" Type="http://schemas.openxmlformats.org/officeDocument/2006/relationships/image" Target="../media/image123.png"/><Relationship Id="rId146" Type="http://schemas.openxmlformats.org/officeDocument/2006/relationships/image" Target="../media/image144.png"/><Relationship Id="rId167" Type="http://schemas.openxmlformats.org/officeDocument/2006/relationships/image" Target="../media/image165.png"/><Relationship Id="rId188" Type="http://schemas.openxmlformats.org/officeDocument/2006/relationships/image" Target="../media/image186.png"/><Relationship Id="rId311" Type="http://schemas.openxmlformats.org/officeDocument/2006/relationships/image" Target="../media/image309.png"/><Relationship Id="rId332" Type="http://schemas.openxmlformats.org/officeDocument/2006/relationships/image" Target="../media/image330.png"/><Relationship Id="rId353" Type="http://schemas.openxmlformats.org/officeDocument/2006/relationships/image" Target="../media/image351.png"/><Relationship Id="rId71" Type="http://schemas.openxmlformats.org/officeDocument/2006/relationships/image" Target="../media/image69.png"/><Relationship Id="rId92" Type="http://schemas.openxmlformats.org/officeDocument/2006/relationships/image" Target="../media/image90.png"/><Relationship Id="rId213" Type="http://schemas.openxmlformats.org/officeDocument/2006/relationships/image" Target="../media/image211.png"/><Relationship Id="rId234" Type="http://schemas.openxmlformats.org/officeDocument/2006/relationships/image" Target="../media/image232.png"/><Relationship Id="rId2" Type="http://schemas.openxmlformats.org/officeDocument/2006/relationships/notesSlide" Target="../notesSlides/notesSlide1.xml"/><Relationship Id="rId29" Type="http://schemas.openxmlformats.org/officeDocument/2006/relationships/image" Target="../media/image27.png"/><Relationship Id="rId255" Type="http://schemas.openxmlformats.org/officeDocument/2006/relationships/image" Target="../media/image253.png"/><Relationship Id="rId276" Type="http://schemas.openxmlformats.org/officeDocument/2006/relationships/image" Target="../media/image274.png"/><Relationship Id="rId297" Type="http://schemas.openxmlformats.org/officeDocument/2006/relationships/image" Target="../media/image295.png"/><Relationship Id="rId40" Type="http://schemas.openxmlformats.org/officeDocument/2006/relationships/image" Target="../media/image38.png"/><Relationship Id="rId115" Type="http://schemas.openxmlformats.org/officeDocument/2006/relationships/image" Target="../media/image113.png"/><Relationship Id="rId136" Type="http://schemas.openxmlformats.org/officeDocument/2006/relationships/image" Target="../media/image134.png"/><Relationship Id="rId157" Type="http://schemas.openxmlformats.org/officeDocument/2006/relationships/image" Target="../media/image155.png"/><Relationship Id="rId178" Type="http://schemas.openxmlformats.org/officeDocument/2006/relationships/image" Target="../media/image176.png"/><Relationship Id="rId301" Type="http://schemas.openxmlformats.org/officeDocument/2006/relationships/image" Target="../media/image299.png"/><Relationship Id="rId322" Type="http://schemas.openxmlformats.org/officeDocument/2006/relationships/image" Target="../media/image320.png"/><Relationship Id="rId343" Type="http://schemas.openxmlformats.org/officeDocument/2006/relationships/image" Target="../media/image341.png"/><Relationship Id="rId61" Type="http://schemas.openxmlformats.org/officeDocument/2006/relationships/image" Target="../media/image59.png"/><Relationship Id="rId82" Type="http://schemas.openxmlformats.org/officeDocument/2006/relationships/image" Target="../media/image80.png"/><Relationship Id="rId199" Type="http://schemas.openxmlformats.org/officeDocument/2006/relationships/image" Target="../media/image197.png"/><Relationship Id="rId203" Type="http://schemas.openxmlformats.org/officeDocument/2006/relationships/image" Target="../media/image201.png"/><Relationship Id="rId19" Type="http://schemas.openxmlformats.org/officeDocument/2006/relationships/image" Target="../media/image17.png"/><Relationship Id="rId224" Type="http://schemas.openxmlformats.org/officeDocument/2006/relationships/image" Target="../media/image222.png"/><Relationship Id="rId245" Type="http://schemas.openxmlformats.org/officeDocument/2006/relationships/image" Target="../media/image243.png"/><Relationship Id="rId266" Type="http://schemas.openxmlformats.org/officeDocument/2006/relationships/image" Target="../media/image264.png"/><Relationship Id="rId287" Type="http://schemas.openxmlformats.org/officeDocument/2006/relationships/image" Target="../media/image285.png"/><Relationship Id="rId30" Type="http://schemas.openxmlformats.org/officeDocument/2006/relationships/image" Target="../media/image28.png"/><Relationship Id="rId105" Type="http://schemas.openxmlformats.org/officeDocument/2006/relationships/image" Target="../media/image103.png"/><Relationship Id="rId126" Type="http://schemas.openxmlformats.org/officeDocument/2006/relationships/image" Target="../media/image124.png"/><Relationship Id="rId147" Type="http://schemas.openxmlformats.org/officeDocument/2006/relationships/image" Target="../media/image145.png"/><Relationship Id="rId168" Type="http://schemas.openxmlformats.org/officeDocument/2006/relationships/image" Target="../media/image166.png"/><Relationship Id="rId312" Type="http://schemas.openxmlformats.org/officeDocument/2006/relationships/image" Target="../media/image310.png"/><Relationship Id="rId333" Type="http://schemas.openxmlformats.org/officeDocument/2006/relationships/image" Target="../media/image331.png"/><Relationship Id="rId354" Type="http://schemas.openxmlformats.org/officeDocument/2006/relationships/image" Target="../media/image352.png"/><Relationship Id="rId51" Type="http://schemas.openxmlformats.org/officeDocument/2006/relationships/image" Target="../media/image49.png"/><Relationship Id="rId72" Type="http://schemas.openxmlformats.org/officeDocument/2006/relationships/image" Target="../media/image70.png"/><Relationship Id="rId93" Type="http://schemas.openxmlformats.org/officeDocument/2006/relationships/image" Target="../media/image91.png"/><Relationship Id="rId189" Type="http://schemas.openxmlformats.org/officeDocument/2006/relationships/image" Target="../media/image187.png"/><Relationship Id="rId3" Type="http://schemas.openxmlformats.org/officeDocument/2006/relationships/image" Target="../media/image1.png"/><Relationship Id="rId214" Type="http://schemas.openxmlformats.org/officeDocument/2006/relationships/image" Target="../media/image212.png"/><Relationship Id="rId235" Type="http://schemas.openxmlformats.org/officeDocument/2006/relationships/image" Target="../media/image233.png"/><Relationship Id="rId256" Type="http://schemas.openxmlformats.org/officeDocument/2006/relationships/image" Target="../media/image254.png"/><Relationship Id="rId277" Type="http://schemas.openxmlformats.org/officeDocument/2006/relationships/image" Target="../media/image275.png"/><Relationship Id="rId298" Type="http://schemas.openxmlformats.org/officeDocument/2006/relationships/image" Target="../media/image296.png"/><Relationship Id="rId116" Type="http://schemas.openxmlformats.org/officeDocument/2006/relationships/image" Target="../media/image114.png"/><Relationship Id="rId137" Type="http://schemas.openxmlformats.org/officeDocument/2006/relationships/image" Target="../media/image135.png"/><Relationship Id="rId158" Type="http://schemas.openxmlformats.org/officeDocument/2006/relationships/image" Target="../media/image156.png"/><Relationship Id="rId302" Type="http://schemas.openxmlformats.org/officeDocument/2006/relationships/image" Target="../media/image300.png"/><Relationship Id="rId323" Type="http://schemas.openxmlformats.org/officeDocument/2006/relationships/image" Target="../media/image321.png"/><Relationship Id="rId344" Type="http://schemas.openxmlformats.org/officeDocument/2006/relationships/image" Target="../media/image342.png"/><Relationship Id="rId20" Type="http://schemas.openxmlformats.org/officeDocument/2006/relationships/image" Target="../media/image18.png"/><Relationship Id="rId41" Type="http://schemas.openxmlformats.org/officeDocument/2006/relationships/image" Target="../media/image39.png"/><Relationship Id="rId62" Type="http://schemas.openxmlformats.org/officeDocument/2006/relationships/image" Target="../media/image60.png"/><Relationship Id="rId83" Type="http://schemas.openxmlformats.org/officeDocument/2006/relationships/image" Target="../media/image81.png"/><Relationship Id="rId179" Type="http://schemas.openxmlformats.org/officeDocument/2006/relationships/image" Target="../media/image177.png"/><Relationship Id="rId190" Type="http://schemas.openxmlformats.org/officeDocument/2006/relationships/image" Target="../media/image188.png"/><Relationship Id="rId204" Type="http://schemas.openxmlformats.org/officeDocument/2006/relationships/image" Target="../media/image202.png"/><Relationship Id="rId225" Type="http://schemas.openxmlformats.org/officeDocument/2006/relationships/image" Target="../media/image223.png"/><Relationship Id="rId246" Type="http://schemas.openxmlformats.org/officeDocument/2006/relationships/image" Target="../media/image244.png"/><Relationship Id="rId267" Type="http://schemas.openxmlformats.org/officeDocument/2006/relationships/image" Target="../media/image265.png"/><Relationship Id="rId288" Type="http://schemas.openxmlformats.org/officeDocument/2006/relationships/image" Target="../media/image286.png"/><Relationship Id="rId106" Type="http://schemas.openxmlformats.org/officeDocument/2006/relationships/image" Target="../media/image104.png"/><Relationship Id="rId127" Type="http://schemas.openxmlformats.org/officeDocument/2006/relationships/image" Target="../media/image125.png"/><Relationship Id="rId313" Type="http://schemas.openxmlformats.org/officeDocument/2006/relationships/image" Target="../media/image311.png"/><Relationship Id="rId10" Type="http://schemas.openxmlformats.org/officeDocument/2006/relationships/image" Target="../media/image8.png"/><Relationship Id="rId31" Type="http://schemas.openxmlformats.org/officeDocument/2006/relationships/image" Target="../media/image29.png"/><Relationship Id="rId52" Type="http://schemas.openxmlformats.org/officeDocument/2006/relationships/image" Target="../media/image50.png"/><Relationship Id="rId73" Type="http://schemas.openxmlformats.org/officeDocument/2006/relationships/image" Target="../media/image71.png"/><Relationship Id="rId94" Type="http://schemas.openxmlformats.org/officeDocument/2006/relationships/image" Target="../media/image92.png"/><Relationship Id="rId148" Type="http://schemas.openxmlformats.org/officeDocument/2006/relationships/image" Target="../media/image146.png"/><Relationship Id="rId169" Type="http://schemas.openxmlformats.org/officeDocument/2006/relationships/image" Target="../media/image167.png"/><Relationship Id="rId334" Type="http://schemas.openxmlformats.org/officeDocument/2006/relationships/image" Target="../media/image332.png"/><Relationship Id="rId355" Type="http://schemas.openxmlformats.org/officeDocument/2006/relationships/image" Target="../media/image353.png"/><Relationship Id="rId4" Type="http://schemas.openxmlformats.org/officeDocument/2006/relationships/image" Target="../media/image2.png"/><Relationship Id="rId180" Type="http://schemas.openxmlformats.org/officeDocument/2006/relationships/image" Target="../media/image178.png"/><Relationship Id="rId215" Type="http://schemas.openxmlformats.org/officeDocument/2006/relationships/image" Target="../media/image213.png"/><Relationship Id="rId236" Type="http://schemas.openxmlformats.org/officeDocument/2006/relationships/image" Target="../media/image234.png"/><Relationship Id="rId257" Type="http://schemas.openxmlformats.org/officeDocument/2006/relationships/image" Target="../media/image255.png"/><Relationship Id="rId278" Type="http://schemas.openxmlformats.org/officeDocument/2006/relationships/image" Target="../media/image276.png"/><Relationship Id="rId303" Type="http://schemas.openxmlformats.org/officeDocument/2006/relationships/image" Target="../media/image301.png"/><Relationship Id="rId42" Type="http://schemas.openxmlformats.org/officeDocument/2006/relationships/image" Target="../media/image40.png"/><Relationship Id="rId84" Type="http://schemas.openxmlformats.org/officeDocument/2006/relationships/image" Target="../media/image82.png"/><Relationship Id="rId138" Type="http://schemas.openxmlformats.org/officeDocument/2006/relationships/image" Target="../media/image136.png"/><Relationship Id="rId345" Type="http://schemas.openxmlformats.org/officeDocument/2006/relationships/image" Target="../media/image343.png"/><Relationship Id="rId191" Type="http://schemas.openxmlformats.org/officeDocument/2006/relationships/image" Target="../media/image189.png"/><Relationship Id="rId205" Type="http://schemas.openxmlformats.org/officeDocument/2006/relationships/image" Target="../media/image203.png"/><Relationship Id="rId247" Type="http://schemas.openxmlformats.org/officeDocument/2006/relationships/image" Target="../media/image245.png"/><Relationship Id="rId107" Type="http://schemas.openxmlformats.org/officeDocument/2006/relationships/image" Target="../media/image105.png"/><Relationship Id="rId289" Type="http://schemas.openxmlformats.org/officeDocument/2006/relationships/image" Target="../media/image287.png"/><Relationship Id="rId11" Type="http://schemas.openxmlformats.org/officeDocument/2006/relationships/image" Target="../media/image9.png"/><Relationship Id="rId53" Type="http://schemas.openxmlformats.org/officeDocument/2006/relationships/image" Target="../media/image51.png"/><Relationship Id="rId149" Type="http://schemas.openxmlformats.org/officeDocument/2006/relationships/image" Target="../media/image147.png"/><Relationship Id="rId314" Type="http://schemas.openxmlformats.org/officeDocument/2006/relationships/image" Target="../media/image312.png"/><Relationship Id="rId356" Type="http://schemas.openxmlformats.org/officeDocument/2006/relationships/image" Target="../media/image354.png"/><Relationship Id="rId95" Type="http://schemas.openxmlformats.org/officeDocument/2006/relationships/image" Target="../media/image93.png"/><Relationship Id="rId160" Type="http://schemas.openxmlformats.org/officeDocument/2006/relationships/image" Target="../media/image158.png"/><Relationship Id="rId216" Type="http://schemas.openxmlformats.org/officeDocument/2006/relationships/image" Target="../media/image214.png"/><Relationship Id="rId258" Type="http://schemas.openxmlformats.org/officeDocument/2006/relationships/image" Target="../media/image256.png"/><Relationship Id="rId22" Type="http://schemas.openxmlformats.org/officeDocument/2006/relationships/image" Target="../media/image20.png"/><Relationship Id="rId64" Type="http://schemas.openxmlformats.org/officeDocument/2006/relationships/image" Target="../media/image62.png"/><Relationship Id="rId118" Type="http://schemas.openxmlformats.org/officeDocument/2006/relationships/image" Target="../media/image116.png"/><Relationship Id="rId325" Type="http://schemas.openxmlformats.org/officeDocument/2006/relationships/image" Target="../media/image323.png"/><Relationship Id="rId171" Type="http://schemas.openxmlformats.org/officeDocument/2006/relationships/image" Target="../media/image169.png"/><Relationship Id="rId227" Type="http://schemas.openxmlformats.org/officeDocument/2006/relationships/image" Target="../media/image225.png"/><Relationship Id="rId269" Type="http://schemas.openxmlformats.org/officeDocument/2006/relationships/image" Target="../media/image267.png"/><Relationship Id="rId33" Type="http://schemas.openxmlformats.org/officeDocument/2006/relationships/image" Target="../media/image31.png"/><Relationship Id="rId129" Type="http://schemas.openxmlformats.org/officeDocument/2006/relationships/image" Target="../media/image127.png"/><Relationship Id="rId280" Type="http://schemas.openxmlformats.org/officeDocument/2006/relationships/image" Target="../media/image278.png"/><Relationship Id="rId336" Type="http://schemas.openxmlformats.org/officeDocument/2006/relationships/image" Target="../media/image334.png"/><Relationship Id="rId75" Type="http://schemas.openxmlformats.org/officeDocument/2006/relationships/image" Target="../media/image73.png"/><Relationship Id="rId140" Type="http://schemas.openxmlformats.org/officeDocument/2006/relationships/image" Target="../media/image138.png"/><Relationship Id="rId182" Type="http://schemas.openxmlformats.org/officeDocument/2006/relationships/image" Target="../media/image180.png"/><Relationship Id="rId6" Type="http://schemas.openxmlformats.org/officeDocument/2006/relationships/image" Target="../media/image4.png"/><Relationship Id="rId238" Type="http://schemas.openxmlformats.org/officeDocument/2006/relationships/image" Target="../media/image236.png"/><Relationship Id="rId291" Type="http://schemas.openxmlformats.org/officeDocument/2006/relationships/image" Target="../media/image289.png"/><Relationship Id="rId305" Type="http://schemas.openxmlformats.org/officeDocument/2006/relationships/image" Target="../media/image303.png"/><Relationship Id="rId347" Type="http://schemas.openxmlformats.org/officeDocument/2006/relationships/image" Target="../media/image345.png"/><Relationship Id="rId44" Type="http://schemas.openxmlformats.org/officeDocument/2006/relationships/image" Target="../media/image42.png"/><Relationship Id="rId86" Type="http://schemas.openxmlformats.org/officeDocument/2006/relationships/image" Target="../media/image84.png"/><Relationship Id="rId151" Type="http://schemas.openxmlformats.org/officeDocument/2006/relationships/image" Target="../media/image149.png"/><Relationship Id="rId193" Type="http://schemas.openxmlformats.org/officeDocument/2006/relationships/image" Target="../media/image191.png"/><Relationship Id="rId207" Type="http://schemas.openxmlformats.org/officeDocument/2006/relationships/image" Target="../media/image205.png"/><Relationship Id="rId249" Type="http://schemas.openxmlformats.org/officeDocument/2006/relationships/image" Target="../media/image247.png"/><Relationship Id="rId13" Type="http://schemas.openxmlformats.org/officeDocument/2006/relationships/image" Target="../media/image11.png"/><Relationship Id="rId109" Type="http://schemas.openxmlformats.org/officeDocument/2006/relationships/image" Target="../media/image107.png"/><Relationship Id="rId260" Type="http://schemas.openxmlformats.org/officeDocument/2006/relationships/image" Target="../media/image258.png"/><Relationship Id="rId316" Type="http://schemas.openxmlformats.org/officeDocument/2006/relationships/image" Target="../media/image314.png"/><Relationship Id="rId55" Type="http://schemas.openxmlformats.org/officeDocument/2006/relationships/image" Target="../media/image53.png"/><Relationship Id="rId97" Type="http://schemas.openxmlformats.org/officeDocument/2006/relationships/image" Target="../media/image95.png"/><Relationship Id="rId120" Type="http://schemas.openxmlformats.org/officeDocument/2006/relationships/image" Target="../media/image118.png"/><Relationship Id="rId162" Type="http://schemas.openxmlformats.org/officeDocument/2006/relationships/image" Target="../media/image160.png"/><Relationship Id="rId218" Type="http://schemas.openxmlformats.org/officeDocument/2006/relationships/image" Target="../media/image216.png"/><Relationship Id="rId271" Type="http://schemas.openxmlformats.org/officeDocument/2006/relationships/image" Target="../media/image269.png"/><Relationship Id="rId24" Type="http://schemas.openxmlformats.org/officeDocument/2006/relationships/image" Target="../media/image22.png"/><Relationship Id="rId66" Type="http://schemas.openxmlformats.org/officeDocument/2006/relationships/image" Target="../media/image64.png"/><Relationship Id="rId131" Type="http://schemas.openxmlformats.org/officeDocument/2006/relationships/image" Target="../media/image129.png"/><Relationship Id="rId327" Type="http://schemas.openxmlformats.org/officeDocument/2006/relationships/image" Target="../media/image325.png"/><Relationship Id="rId173" Type="http://schemas.openxmlformats.org/officeDocument/2006/relationships/image" Target="../media/image171.png"/><Relationship Id="rId229" Type="http://schemas.openxmlformats.org/officeDocument/2006/relationships/image" Target="../media/image227.png"/><Relationship Id="rId240" Type="http://schemas.openxmlformats.org/officeDocument/2006/relationships/image" Target="../media/image238.png"/><Relationship Id="rId35" Type="http://schemas.openxmlformats.org/officeDocument/2006/relationships/image" Target="../media/image33.png"/><Relationship Id="rId77" Type="http://schemas.openxmlformats.org/officeDocument/2006/relationships/image" Target="../media/image75.png"/><Relationship Id="rId100" Type="http://schemas.openxmlformats.org/officeDocument/2006/relationships/image" Target="../media/image98.png"/><Relationship Id="rId282" Type="http://schemas.openxmlformats.org/officeDocument/2006/relationships/image" Target="../media/image280.png"/><Relationship Id="rId338" Type="http://schemas.openxmlformats.org/officeDocument/2006/relationships/image" Target="../media/image336.png"/><Relationship Id="rId8" Type="http://schemas.openxmlformats.org/officeDocument/2006/relationships/image" Target="../media/image6.png"/><Relationship Id="rId142" Type="http://schemas.openxmlformats.org/officeDocument/2006/relationships/image" Target="../media/image140.png"/><Relationship Id="rId184" Type="http://schemas.openxmlformats.org/officeDocument/2006/relationships/image" Target="../media/image182.png"/><Relationship Id="rId251" Type="http://schemas.openxmlformats.org/officeDocument/2006/relationships/image" Target="../media/image24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3514" y="2416996"/>
            <a:ext cx="91373" cy="132907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5008" y="2450887"/>
            <a:ext cx="141214" cy="99681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65655" y="2419239"/>
            <a:ext cx="431948" cy="988496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54420" y="2976784"/>
            <a:ext cx="58147" cy="16614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74203" y="2451220"/>
            <a:ext cx="357188" cy="16614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51061" y="2536032"/>
            <a:ext cx="16614" cy="456868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70321" y="2976701"/>
            <a:ext cx="99681" cy="99681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16463" y="3055165"/>
            <a:ext cx="971882" cy="2492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717768" y="2975438"/>
            <a:ext cx="215974" cy="99681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374785" y="3058355"/>
            <a:ext cx="357188" cy="16614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296286" y="2977365"/>
            <a:ext cx="91373" cy="99681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251430" y="2533124"/>
            <a:ext cx="66453" cy="456868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173098" y="2976784"/>
            <a:ext cx="99681" cy="107987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810179" y="3071896"/>
            <a:ext cx="382108" cy="348881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770805" y="3586126"/>
            <a:ext cx="58147" cy="2492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691061" y="3470949"/>
            <a:ext cx="16614" cy="4984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173098" y="3059020"/>
            <a:ext cx="215974" cy="14952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715275" y="2418657"/>
            <a:ext cx="215974" cy="132907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990020" y="3058273"/>
            <a:ext cx="99681" cy="132907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870071" y="3093576"/>
            <a:ext cx="132907" cy="99681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870071" y="3058937"/>
            <a:ext cx="16614" cy="4984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374037" y="3094323"/>
            <a:ext cx="357188" cy="16614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843780" y="3059186"/>
            <a:ext cx="91373" cy="132907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2792611" y="3175563"/>
            <a:ext cx="66453" cy="16614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2717186" y="3058355"/>
            <a:ext cx="91373" cy="132907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951061" y="2976701"/>
            <a:ext cx="58147" cy="16614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3608909" y="2452549"/>
            <a:ext cx="274121" cy="16614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3409050" y="2415584"/>
            <a:ext cx="215974" cy="141214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3989355" y="2416747"/>
            <a:ext cx="99681" cy="132907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3869157" y="2452549"/>
            <a:ext cx="132907" cy="99681"/>
          </a:xfrm>
          <a:prstGeom prst="rect">
            <a:avLst/>
          </a:prstGeom>
        </p:spPr>
      </p:pic>
      <p:pic>
        <p:nvPicPr>
          <p:cNvPr id="35" name="Image 33" descr="preencoded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3869157" y="2417661"/>
            <a:ext cx="16614" cy="49840"/>
          </a:xfrm>
          <a:prstGeom prst="rect">
            <a:avLst/>
          </a:prstGeom>
        </p:spPr>
      </p:pic>
      <p:pic>
        <p:nvPicPr>
          <p:cNvPr id="36" name="Image 34" descr="preencoded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2916131" y="2450971"/>
            <a:ext cx="515015" cy="16614"/>
          </a:xfrm>
          <a:prstGeom prst="rect">
            <a:avLst/>
          </a:prstGeom>
        </p:spPr>
      </p:pic>
      <p:pic>
        <p:nvPicPr>
          <p:cNvPr id="37" name="Image 35" descr="preencoded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2914470" y="3093576"/>
            <a:ext cx="971882" cy="24920"/>
          </a:xfrm>
          <a:prstGeom prst="rect">
            <a:avLst/>
          </a:prstGeom>
        </p:spPr>
      </p:pic>
      <p:pic>
        <p:nvPicPr>
          <p:cNvPr id="38" name="Image 36" descr="preencoded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1849137" y="3123896"/>
            <a:ext cx="348881" cy="332267"/>
          </a:xfrm>
          <a:prstGeom prst="rect">
            <a:avLst/>
          </a:prstGeom>
        </p:spPr>
      </p:pic>
      <p:pic>
        <p:nvPicPr>
          <p:cNvPr id="39" name="Image 37" descr="preencoded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770888" y="3988372"/>
            <a:ext cx="58147" cy="16614"/>
          </a:xfrm>
          <a:prstGeom prst="rect">
            <a:avLst/>
          </a:prstGeom>
        </p:spPr>
      </p:pic>
      <p:pic>
        <p:nvPicPr>
          <p:cNvPr id="40" name="Image 38" descr="preencoded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2792611" y="3175729"/>
            <a:ext cx="24920" cy="830668"/>
          </a:xfrm>
          <a:prstGeom prst="rect">
            <a:avLst/>
          </a:prstGeom>
        </p:spPr>
      </p:pic>
      <p:pic>
        <p:nvPicPr>
          <p:cNvPr id="41" name="Image 39" descr="preencoded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2716771" y="3989784"/>
            <a:ext cx="91373" cy="99681"/>
          </a:xfrm>
          <a:prstGeom prst="rect">
            <a:avLst/>
          </a:prstGeom>
        </p:spPr>
      </p:pic>
      <p:pic>
        <p:nvPicPr>
          <p:cNvPr id="42" name="Image 40" descr="preencoded.pn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2403941" y="4072187"/>
            <a:ext cx="332267" cy="16614"/>
          </a:xfrm>
          <a:prstGeom prst="rect">
            <a:avLst/>
          </a:prstGeom>
        </p:spPr>
      </p:pic>
      <p:pic>
        <p:nvPicPr>
          <p:cNvPr id="43" name="Image 41" descr="preencoded.pn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2204498" y="3981657"/>
            <a:ext cx="215974" cy="107987"/>
          </a:xfrm>
          <a:prstGeom prst="rect">
            <a:avLst/>
          </a:prstGeom>
        </p:spPr>
      </p:pic>
      <p:pic>
        <p:nvPicPr>
          <p:cNvPr id="44" name="Image 42" descr="preencoded.pn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1890256" y="4061970"/>
            <a:ext cx="332267" cy="24920"/>
          </a:xfrm>
          <a:prstGeom prst="rect">
            <a:avLst/>
          </a:prstGeom>
        </p:spPr>
      </p:pic>
      <p:pic>
        <p:nvPicPr>
          <p:cNvPr id="45" name="Image 43" descr="preencoded.png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1808518" y="3988039"/>
            <a:ext cx="99681" cy="99681"/>
          </a:xfrm>
          <a:prstGeom prst="rect">
            <a:avLst/>
          </a:prstGeom>
        </p:spPr>
      </p:pic>
      <p:pic>
        <p:nvPicPr>
          <p:cNvPr id="46" name="Image 44" descr="preencoded.png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1803659" y="3589651"/>
            <a:ext cx="24920" cy="415334"/>
          </a:xfrm>
          <a:prstGeom prst="rect">
            <a:avLst/>
          </a:prstGeom>
        </p:spPr>
      </p:pic>
      <p:pic>
        <p:nvPicPr>
          <p:cNvPr id="47" name="Image 45" descr="preencoded.png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1808518" y="3439965"/>
            <a:ext cx="99681" cy="166134"/>
          </a:xfrm>
          <a:prstGeom prst="rect">
            <a:avLst/>
          </a:prstGeom>
        </p:spPr>
      </p:pic>
      <p:pic>
        <p:nvPicPr>
          <p:cNvPr id="48" name="Image 46" descr="preencoded.png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3950231" y="3176975"/>
            <a:ext cx="16614" cy="290734"/>
          </a:xfrm>
          <a:prstGeom prst="rect">
            <a:avLst/>
          </a:prstGeom>
        </p:spPr>
      </p:pic>
      <p:pic>
        <p:nvPicPr>
          <p:cNvPr id="49" name="Image 47" descr="preencoded.png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3861058" y="3453255"/>
            <a:ext cx="107987" cy="215974"/>
          </a:xfrm>
          <a:prstGeom prst="rect">
            <a:avLst/>
          </a:prstGeom>
        </p:spPr>
      </p:pic>
      <p:pic>
        <p:nvPicPr>
          <p:cNvPr id="50" name="Image 48" descr="preencoded.png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3953138" y="3653862"/>
            <a:ext cx="16614" cy="348881"/>
          </a:xfrm>
          <a:prstGeom prst="rect">
            <a:avLst/>
          </a:prstGeom>
        </p:spPr>
      </p:pic>
      <p:pic>
        <p:nvPicPr>
          <p:cNvPr id="51" name="Image 49" descr="preencoded.png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3868409" y="3987791"/>
            <a:ext cx="99681" cy="99681"/>
          </a:xfrm>
          <a:prstGeom prst="rect">
            <a:avLst/>
          </a:prstGeom>
        </p:spPr>
      </p:pic>
      <p:pic>
        <p:nvPicPr>
          <p:cNvPr id="52" name="Image 50" descr="preencoded.png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3621867" y="4068698"/>
            <a:ext cx="265814" cy="16614"/>
          </a:xfrm>
          <a:prstGeom prst="rect">
            <a:avLst/>
          </a:prstGeom>
        </p:spPr>
      </p:pic>
      <p:pic>
        <p:nvPicPr>
          <p:cNvPr id="53" name="Image 51" descr="preencoded.png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3421095" y="3987458"/>
            <a:ext cx="215974" cy="99681"/>
          </a:xfrm>
          <a:prstGeom prst="rect">
            <a:avLst/>
          </a:prstGeom>
        </p:spPr>
      </p:pic>
      <p:pic>
        <p:nvPicPr>
          <p:cNvPr id="54" name="Image 52" descr="preencoded.png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2915467" y="4071439"/>
            <a:ext cx="523321" cy="16614"/>
          </a:xfrm>
          <a:prstGeom prst="rect">
            <a:avLst/>
          </a:prstGeom>
        </p:spPr>
      </p:pic>
      <p:pic>
        <p:nvPicPr>
          <p:cNvPr id="55" name="Image 53" descr="preencoded.png"/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2839793" y="3990532"/>
            <a:ext cx="91373" cy="99681"/>
          </a:xfrm>
          <a:prstGeom prst="rect">
            <a:avLst/>
          </a:prstGeom>
        </p:spPr>
      </p:pic>
      <p:pic>
        <p:nvPicPr>
          <p:cNvPr id="56" name="Image 54" descr="preencoded.png"/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2833775" y="3175563"/>
            <a:ext cx="24920" cy="830668"/>
          </a:xfrm>
          <a:prstGeom prst="rect">
            <a:avLst/>
          </a:prstGeom>
        </p:spPr>
      </p:pic>
      <p:pic>
        <p:nvPicPr>
          <p:cNvPr id="57" name="Image 55" descr="preencoded.png"/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4070511" y="3094905"/>
            <a:ext cx="440254" cy="16614"/>
          </a:xfrm>
          <a:prstGeom prst="rect">
            <a:avLst/>
          </a:prstGeom>
        </p:spPr>
      </p:pic>
      <p:pic>
        <p:nvPicPr>
          <p:cNvPr id="58" name="Image 56" descr="preencoded.png"/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3952058" y="3453255"/>
            <a:ext cx="49840" cy="16614"/>
          </a:xfrm>
          <a:prstGeom prst="rect">
            <a:avLst/>
          </a:prstGeom>
        </p:spPr>
      </p:pic>
      <p:pic>
        <p:nvPicPr>
          <p:cNvPr id="59" name="Image 57" descr="preencoded.png"/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4569577" y="2534536"/>
            <a:ext cx="24920" cy="456868"/>
          </a:xfrm>
          <a:prstGeom prst="rect">
            <a:avLst/>
          </a:prstGeom>
        </p:spPr>
      </p:pic>
      <p:pic>
        <p:nvPicPr>
          <p:cNvPr id="60" name="Image 58" descr="preencoded.png"/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4491910" y="2977283"/>
            <a:ext cx="91373" cy="99681"/>
          </a:xfrm>
          <a:prstGeom prst="rect">
            <a:avLst/>
          </a:prstGeom>
        </p:spPr>
      </p:pic>
      <p:pic>
        <p:nvPicPr>
          <p:cNvPr id="61" name="Image 59" descr="preencoded.png"/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4070761" y="3056362"/>
            <a:ext cx="440254" cy="16614"/>
          </a:xfrm>
          <a:prstGeom prst="rect">
            <a:avLst/>
          </a:prstGeom>
        </p:spPr>
      </p:pic>
      <p:pic>
        <p:nvPicPr>
          <p:cNvPr id="62" name="Image 60" descr="preencoded.png"/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3989854" y="2976950"/>
            <a:ext cx="99681" cy="99681"/>
          </a:xfrm>
          <a:prstGeom prst="rect">
            <a:avLst/>
          </a:prstGeom>
        </p:spPr>
      </p:pic>
      <p:pic>
        <p:nvPicPr>
          <p:cNvPr id="63" name="Image 61" descr="preencoded.png"/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3983871" y="2533622"/>
            <a:ext cx="24920" cy="456868"/>
          </a:xfrm>
          <a:prstGeom prst="rect">
            <a:avLst/>
          </a:prstGeom>
        </p:spPr>
      </p:pic>
      <p:pic>
        <p:nvPicPr>
          <p:cNvPr id="64" name="Image 62" descr="preencoded.png"/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4570491" y="3177473"/>
            <a:ext cx="24920" cy="830668"/>
          </a:xfrm>
          <a:prstGeom prst="rect">
            <a:avLst/>
          </a:prstGeom>
        </p:spPr>
      </p:pic>
      <p:pic>
        <p:nvPicPr>
          <p:cNvPr id="65" name="Image 63" descr="preencoded.png"/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4491743" y="3990034"/>
            <a:ext cx="91373" cy="91373"/>
          </a:xfrm>
          <a:prstGeom prst="rect">
            <a:avLst/>
          </a:prstGeom>
        </p:spPr>
      </p:pic>
      <p:pic>
        <p:nvPicPr>
          <p:cNvPr id="66" name="Image 64" descr="preencoded.png"/>
          <p:cNvPicPr>
            <a:picLocks noChangeAspect="1"/>
          </p:cNvPicPr>
          <p:nvPr/>
        </p:nvPicPr>
        <p:blipFill>
          <a:blip r:embed="rId64"/>
          <a:stretch>
            <a:fillRect/>
          </a:stretch>
        </p:blipFill>
        <p:spPr>
          <a:xfrm>
            <a:off x="4070262" y="4062218"/>
            <a:ext cx="440254" cy="24920"/>
          </a:xfrm>
          <a:prstGeom prst="rect">
            <a:avLst/>
          </a:prstGeom>
        </p:spPr>
      </p:pic>
      <p:pic>
        <p:nvPicPr>
          <p:cNvPr id="67" name="Image 65" descr="preencoded.png"/>
          <p:cNvPicPr>
            <a:picLocks noChangeAspect="1"/>
          </p:cNvPicPr>
          <p:nvPr/>
        </p:nvPicPr>
        <p:blipFill>
          <a:blip r:embed="rId65"/>
          <a:stretch>
            <a:fillRect/>
          </a:stretch>
        </p:blipFill>
        <p:spPr>
          <a:xfrm>
            <a:off x="3986032" y="3987874"/>
            <a:ext cx="99681" cy="99681"/>
          </a:xfrm>
          <a:prstGeom prst="rect">
            <a:avLst/>
          </a:prstGeom>
        </p:spPr>
      </p:pic>
      <p:pic>
        <p:nvPicPr>
          <p:cNvPr id="68" name="Image 66" descr="preencoded.png"/>
          <p:cNvPicPr>
            <a:picLocks noChangeAspect="1"/>
          </p:cNvPicPr>
          <p:nvPr/>
        </p:nvPicPr>
        <p:blipFill>
          <a:blip r:embed="rId66"/>
          <a:stretch>
            <a:fillRect/>
          </a:stretch>
        </p:blipFill>
        <p:spPr>
          <a:xfrm>
            <a:off x="3985700" y="3653862"/>
            <a:ext cx="16614" cy="348881"/>
          </a:xfrm>
          <a:prstGeom prst="rect">
            <a:avLst/>
          </a:prstGeom>
        </p:spPr>
      </p:pic>
      <p:pic>
        <p:nvPicPr>
          <p:cNvPr id="69" name="Image 67" descr="preencoded.png"/>
          <p:cNvPicPr>
            <a:picLocks noChangeAspect="1"/>
          </p:cNvPicPr>
          <p:nvPr/>
        </p:nvPicPr>
        <p:blipFill>
          <a:blip r:embed="rId67"/>
          <a:stretch>
            <a:fillRect/>
          </a:stretch>
        </p:blipFill>
        <p:spPr>
          <a:xfrm>
            <a:off x="3985700" y="3453588"/>
            <a:ext cx="99681" cy="215974"/>
          </a:xfrm>
          <a:prstGeom prst="rect">
            <a:avLst/>
          </a:prstGeom>
        </p:spPr>
      </p:pic>
      <p:pic>
        <p:nvPicPr>
          <p:cNvPr id="70" name="Image 68" descr="preencoded.png"/>
          <p:cNvPicPr>
            <a:picLocks noChangeAspect="1"/>
          </p:cNvPicPr>
          <p:nvPr/>
        </p:nvPicPr>
        <p:blipFill>
          <a:blip r:embed="rId68"/>
          <a:stretch>
            <a:fillRect/>
          </a:stretch>
        </p:blipFill>
        <p:spPr>
          <a:xfrm>
            <a:off x="3986448" y="3177141"/>
            <a:ext cx="16614" cy="290734"/>
          </a:xfrm>
          <a:prstGeom prst="rect">
            <a:avLst/>
          </a:prstGeom>
        </p:spPr>
      </p:pic>
      <p:pic>
        <p:nvPicPr>
          <p:cNvPr id="71" name="Image 69" descr="preencoded.png"/>
          <p:cNvPicPr>
            <a:picLocks noChangeAspect="1"/>
          </p:cNvPicPr>
          <p:nvPr/>
        </p:nvPicPr>
        <p:blipFill>
          <a:blip r:embed="rId69"/>
          <a:stretch>
            <a:fillRect/>
          </a:stretch>
        </p:blipFill>
        <p:spPr>
          <a:xfrm>
            <a:off x="2794854" y="3989784"/>
            <a:ext cx="58147" cy="16614"/>
          </a:xfrm>
          <a:prstGeom prst="rect">
            <a:avLst/>
          </a:prstGeom>
        </p:spPr>
      </p:pic>
      <p:pic>
        <p:nvPicPr>
          <p:cNvPr id="72" name="Image 70" descr="preencoded.png"/>
          <p:cNvPicPr>
            <a:picLocks noChangeAspect="1"/>
          </p:cNvPicPr>
          <p:nvPr/>
        </p:nvPicPr>
        <p:blipFill>
          <a:blip r:embed="rId70"/>
          <a:stretch>
            <a:fillRect/>
          </a:stretch>
        </p:blipFill>
        <p:spPr>
          <a:xfrm>
            <a:off x="4069514" y="2451303"/>
            <a:ext cx="440254" cy="24920"/>
          </a:xfrm>
          <a:prstGeom prst="rect">
            <a:avLst/>
          </a:prstGeom>
        </p:spPr>
      </p:pic>
      <p:pic>
        <p:nvPicPr>
          <p:cNvPr id="73" name="Image 71" descr="preencoded.png"/>
          <p:cNvPicPr>
            <a:picLocks noChangeAspect="1"/>
          </p:cNvPicPr>
          <p:nvPr/>
        </p:nvPicPr>
        <p:blipFill>
          <a:blip r:embed="rId71"/>
          <a:stretch>
            <a:fillRect/>
          </a:stretch>
        </p:blipFill>
        <p:spPr>
          <a:xfrm>
            <a:off x="1409381" y="3471946"/>
            <a:ext cx="16614" cy="49840"/>
          </a:xfrm>
          <a:prstGeom prst="rect">
            <a:avLst/>
          </a:prstGeom>
        </p:spPr>
      </p:pic>
      <p:pic>
        <p:nvPicPr>
          <p:cNvPr id="74" name="Image 72" descr="preencoded.png"/>
          <p:cNvPicPr>
            <a:picLocks noChangeAspect="1"/>
          </p:cNvPicPr>
          <p:nvPr/>
        </p:nvPicPr>
        <p:blipFill>
          <a:blip r:embed="rId72"/>
          <a:stretch>
            <a:fillRect/>
          </a:stretch>
        </p:blipFill>
        <p:spPr>
          <a:xfrm>
            <a:off x="1807604" y="4073848"/>
            <a:ext cx="99681" cy="132907"/>
          </a:xfrm>
          <a:prstGeom prst="rect">
            <a:avLst/>
          </a:prstGeom>
        </p:spPr>
      </p:pic>
      <p:pic>
        <p:nvPicPr>
          <p:cNvPr id="75" name="Image 73" descr="preencoded.png"/>
          <p:cNvPicPr>
            <a:picLocks noChangeAspect="1"/>
          </p:cNvPicPr>
          <p:nvPr/>
        </p:nvPicPr>
        <p:blipFill>
          <a:blip r:embed="rId73"/>
          <a:stretch>
            <a:fillRect/>
          </a:stretch>
        </p:blipFill>
        <p:spPr>
          <a:xfrm>
            <a:off x="1771719" y="4189228"/>
            <a:ext cx="49840" cy="16614"/>
          </a:xfrm>
          <a:prstGeom prst="rect">
            <a:avLst/>
          </a:prstGeom>
        </p:spPr>
      </p:pic>
      <p:pic>
        <p:nvPicPr>
          <p:cNvPr id="76" name="Image 74" descr="preencoded.png"/>
          <p:cNvPicPr>
            <a:picLocks noChangeAspect="1"/>
          </p:cNvPicPr>
          <p:nvPr/>
        </p:nvPicPr>
        <p:blipFill>
          <a:blip r:embed="rId74"/>
          <a:stretch>
            <a:fillRect/>
          </a:stretch>
        </p:blipFill>
        <p:spPr>
          <a:xfrm>
            <a:off x="1890421" y="4104832"/>
            <a:ext cx="332267" cy="16614"/>
          </a:xfrm>
          <a:prstGeom prst="rect">
            <a:avLst/>
          </a:prstGeom>
        </p:spPr>
      </p:pic>
      <p:pic>
        <p:nvPicPr>
          <p:cNvPr id="77" name="Image 75" descr="preencoded.png"/>
          <p:cNvPicPr>
            <a:picLocks noChangeAspect="1"/>
          </p:cNvPicPr>
          <p:nvPr/>
        </p:nvPicPr>
        <p:blipFill>
          <a:blip r:embed="rId75"/>
          <a:stretch>
            <a:fillRect/>
          </a:stretch>
        </p:blipFill>
        <p:spPr>
          <a:xfrm>
            <a:off x="2716771" y="4072187"/>
            <a:ext cx="215974" cy="132907"/>
          </a:xfrm>
          <a:prstGeom prst="rect">
            <a:avLst/>
          </a:prstGeom>
        </p:spPr>
      </p:pic>
      <p:pic>
        <p:nvPicPr>
          <p:cNvPr id="78" name="Image 76" descr="preencoded.png"/>
          <p:cNvPicPr>
            <a:picLocks noChangeAspect="1"/>
          </p:cNvPicPr>
          <p:nvPr/>
        </p:nvPicPr>
        <p:blipFill>
          <a:blip r:embed="rId76"/>
          <a:stretch>
            <a:fillRect/>
          </a:stretch>
        </p:blipFill>
        <p:spPr>
          <a:xfrm>
            <a:off x="2319711" y="4072187"/>
            <a:ext cx="99681" cy="132907"/>
          </a:xfrm>
          <a:prstGeom prst="rect">
            <a:avLst/>
          </a:prstGeom>
        </p:spPr>
      </p:pic>
      <p:pic>
        <p:nvPicPr>
          <p:cNvPr id="79" name="Image 77" descr="preencoded.png"/>
          <p:cNvPicPr>
            <a:picLocks noChangeAspect="1"/>
          </p:cNvPicPr>
          <p:nvPr/>
        </p:nvPicPr>
        <p:blipFill>
          <a:blip r:embed="rId77"/>
          <a:stretch>
            <a:fillRect/>
          </a:stretch>
        </p:blipFill>
        <p:spPr>
          <a:xfrm>
            <a:off x="2202338" y="4106577"/>
            <a:ext cx="132907" cy="99681"/>
          </a:xfrm>
          <a:prstGeom prst="rect">
            <a:avLst/>
          </a:prstGeom>
        </p:spPr>
      </p:pic>
      <p:pic>
        <p:nvPicPr>
          <p:cNvPr id="80" name="Image 78" descr="preencoded.png"/>
          <p:cNvPicPr>
            <a:picLocks noChangeAspect="1"/>
          </p:cNvPicPr>
          <p:nvPr/>
        </p:nvPicPr>
        <p:blipFill>
          <a:blip r:embed="rId78"/>
          <a:stretch>
            <a:fillRect/>
          </a:stretch>
        </p:blipFill>
        <p:spPr>
          <a:xfrm>
            <a:off x="2202338" y="4061970"/>
            <a:ext cx="16614" cy="58147"/>
          </a:xfrm>
          <a:prstGeom prst="rect">
            <a:avLst/>
          </a:prstGeom>
        </p:spPr>
      </p:pic>
      <p:pic>
        <p:nvPicPr>
          <p:cNvPr id="81" name="Image 79" descr="preencoded.png"/>
          <p:cNvPicPr>
            <a:picLocks noChangeAspect="1"/>
          </p:cNvPicPr>
          <p:nvPr/>
        </p:nvPicPr>
        <p:blipFill>
          <a:blip r:embed="rId79"/>
          <a:stretch>
            <a:fillRect/>
          </a:stretch>
        </p:blipFill>
        <p:spPr>
          <a:xfrm>
            <a:off x="2401366" y="4106659"/>
            <a:ext cx="332267" cy="16614"/>
          </a:xfrm>
          <a:prstGeom prst="rect">
            <a:avLst/>
          </a:prstGeom>
        </p:spPr>
      </p:pic>
      <p:pic>
        <p:nvPicPr>
          <p:cNvPr id="82" name="Image 80" descr="preencoded.png"/>
          <p:cNvPicPr>
            <a:picLocks noChangeAspect="1"/>
          </p:cNvPicPr>
          <p:nvPr/>
        </p:nvPicPr>
        <p:blipFill>
          <a:blip r:embed="rId80"/>
          <a:stretch>
            <a:fillRect/>
          </a:stretch>
        </p:blipFill>
        <p:spPr>
          <a:xfrm>
            <a:off x="3953138" y="3653862"/>
            <a:ext cx="49840" cy="16614"/>
          </a:xfrm>
          <a:prstGeom prst="rect">
            <a:avLst/>
          </a:prstGeom>
        </p:spPr>
      </p:pic>
      <p:pic>
        <p:nvPicPr>
          <p:cNvPr id="83" name="Image 81" descr="preencoded.png"/>
          <p:cNvPicPr>
            <a:picLocks noChangeAspect="1"/>
          </p:cNvPicPr>
          <p:nvPr/>
        </p:nvPicPr>
        <p:blipFill>
          <a:blip r:embed="rId81"/>
          <a:stretch>
            <a:fillRect/>
          </a:stretch>
        </p:blipFill>
        <p:spPr>
          <a:xfrm>
            <a:off x="3953471" y="3987791"/>
            <a:ext cx="49840" cy="16614"/>
          </a:xfrm>
          <a:prstGeom prst="rect">
            <a:avLst/>
          </a:prstGeom>
        </p:spPr>
      </p:pic>
      <p:pic>
        <p:nvPicPr>
          <p:cNvPr id="84" name="Image 82" descr="preencoded.png"/>
          <p:cNvPicPr>
            <a:picLocks noChangeAspect="1"/>
          </p:cNvPicPr>
          <p:nvPr/>
        </p:nvPicPr>
        <p:blipFill>
          <a:blip r:embed="rId82"/>
          <a:stretch>
            <a:fillRect/>
          </a:stretch>
        </p:blipFill>
        <p:spPr>
          <a:xfrm>
            <a:off x="3868161" y="4072519"/>
            <a:ext cx="215974" cy="132907"/>
          </a:xfrm>
          <a:prstGeom prst="rect">
            <a:avLst/>
          </a:prstGeom>
        </p:spPr>
      </p:pic>
      <p:pic>
        <p:nvPicPr>
          <p:cNvPr id="85" name="Image 83" descr="preencoded.png"/>
          <p:cNvPicPr>
            <a:picLocks noChangeAspect="1"/>
          </p:cNvPicPr>
          <p:nvPr/>
        </p:nvPicPr>
        <p:blipFill>
          <a:blip r:embed="rId83"/>
          <a:stretch>
            <a:fillRect/>
          </a:stretch>
        </p:blipFill>
        <p:spPr>
          <a:xfrm>
            <a:off x="3538385" y="4068698"/>
            <a:ext cx="99681" cy="132907"/>
          </a:xfrm>
          <a:prstGeom prst="rect">
            <a:avLst/>
          </a:prstGeom>
        </p:spPr>
      </p:pic>
      <p:pic>
        <p:nvPicPr>
          <p:cNvPr id="86" name="Image 84" descr="preencoded.png"/>
          <p:cNvPicPr>
            <a:picLocks noChangeAspect="1"/>
          </p:cNvPicPr>
          <p:nvPr/>
        </p:nvPicPr>
        <p:blipFill>
          <a:blip r:embed="rId84"/>
          <a:stretch>
            <a:fillRect/>
          </a:stretch>
        </p:blipFill>
        <p:spPr>
          <a:xfrm>
            <a:off x="3422756" y="4106494"/>
            <a:ext cx="132907" cy="99681"/>
          </a:xfrm>
          <a:prstGeom prst="rect">
            <a:avLst/>
          </a:prstGeom>
        </p:spPr>
      </p:pic>
      <p:pic>
        <p:nvPicPr>
          <p:cNvPr id="87" name="Image 85" descr="preencoded.png"/>
          <p:cNvPicPr>
            <a:picLocks noChangeAspect="1"/>
          </p:cNvPicPr>
          <p:nvPr/>
        </p:nvPicPr>
        <p:blipFill>
          <a:blip r:embed="rId85"/>
          <a:stretch>
            <a:fillRect/>
          </a:stretch>
        </p:blipFill>
        <p:spPr>
          <a:xfrm>
            <a:off x="3421095" y="4071439"/>
            <a:ext cx="16614" cy="49840"/>
          </a:xfrm>
          <a:prstGeom prst="rect">
            <a:avLst/>
          </a:prstGeom>
        </p:spPr>
      </p:pic>
      <p:pic>
        <p:nvPicPr>
          <p:cNvPr id="88" name="Image 86" descr="preencoded.png"/>
          <p:cNvPicPr>
            <a:picLocks noChangeAspect="1"/>
          </p:cNvPicPr>
          <p:nvPr/>
        </p:nvPicPr>
        <p:blipFill>
          <a:blip r:embed="rId86"/>
          <a:stretch>
            <a:fillRect/>
          </a:stretch>
        </p:blipFill>
        <p:spPr>
          <a:xfrm>
            <a:off x="2915218" y="4106494"/>
            <a:ext cx="523321" cy="16614"/>
          </a:xfrm>
          <a:prstGeom prst="rect">
            <a:avLst/>
          </a:prstGeom>
        </p:spPr>
      </p:pic>
      <p:pic>
        <p:nvPicPr>
          <p:cNvPr id="89" name="Image 87" descr="preencoded.png"/>
          <p:cNvPicPr>
            <a:picLocks noChangeAspect="1"/>
          </p:cNvPicPr>
          <p:nvPr/>
        </p:nvPicPr>
        <p:blipFill>
          <a:blip r:embed="rId87"/>
          <a:stretch>
            <a:fillRect/>
          </a:stretch>
        </p:blipFill>
        <p:spPr>
          <a:xfrm>
            <a:off x="3621037" y="4104832"/>
            <a:ext cx="265814" cy="24920"/>
          </a:xfrm>
          <a:prstGeom prst="rect">
            <a:avLst/>
          </a:prstGeom>
        </p:spPr>
      </p:pic>
      <p:pic>
        <p:nvPicPr>
          <p:cNvPr id="90" name="Image 88" descr="preencoded.png"/>
          <p:cNvPicPr>
            <a:picLocks noChangeAspect="1"/>
          </p:cNvPicPr>
          <p:nvPr/>
        </p:nvPicPr>
        <p:blipFill>
          <a:blip r:embed="rId88"/>
          <a:stretch>
            <a:fillRect/>
          </a:stretch>
        </p:blipFill>
        <p:spPr>
          <a:xfrm>
            <a:off x="4607954" y="3065168"/>
            <a:ext cx="99681" cy="132907"/>
          </a:xfrm>
          <a:prstGeom prst="rect">
            <a:avLst/>
          </a:prstGeom>
        </p:spPr>
      </p:pic>
      <p:pic>
        <p:nvPicPr>
          <p:cNvPr id="91" name="Image 89" descr="preencoded.png"/>
          <p:cNvPicPr>
            <a:picLocks noChangeAspect="1"/>
          </p:cNvPicPr>
          <p:nvPr/>
        </p:nvPicPr>
        <p:blipFill>
          <a:blip r:embed="rId89"/>
          <a:stretch>
            <a:fillRect/>
          </a:stretch>
        </p:blipFill>
        <p:spPr>
          <a:xfrm>
            <a:off x="4490830" y="3094905"/>
            <a:ext cx="132907" cy="99681"/>
          </a:xfrm>
          <a:prstGeom prst="rect">
            <a:avLst/>
          </a:prstGeom>
        </p:spPr>
      </p:pic>
      <p:pic>
        <p:nvPicPr>
          <p:cNvPr id="92" name="Image 90" descr="preencoded.png"/>
          <p:cNvPicPr>
            <a:picLocks noChangeAspect="1"/>
          </p:cNvPicPr>
          <p:nvPr/>
        </p:nvPicPr>
        <p:blipFill>
          <a:blip r:embed="rId90"/>
          <a:stretch>
            <a:fillRect/>
          </a:stretch>
        </p:blipFill>
        <p:spPr>
          <a:xfrm>
            <a:off x="4490830" y="3056362"/>
            <a:ext cx="16614" cy="58147"/>
          </a:xfrm>
          <a:prstGeom prst="rect">
            <a:avLst/>
          </a:prstGeom>
        </p:spPr>
      </p:pic>
      <p:pic>
        <p:nvPicPr>
          <p:cNvPr id="93" name="Image 91" descr="preencoded.png"/>
          <p:cNvPicPr>
            <a:picLocks noChangeAspect="1"/>
          </p:cNvPicPr>
          <p:nvPr/>
        </p:nvPicPr>
        <p:blipFill>
          <a:blip r:embed="rId91"/>
          <a:stretch>
            <a:fillRect/>
          </a:stretch>
        </p:blipFill>
        <p:spPr>
          <a:xfrm>
            <a:off x="4488587" y="2461603"/>
            <a:ext cx="132907" cy="91373"/>
          </a:xfrm>
          <a:prstGeom prst="rect">
            <a:avLst/>
          </a:prstGeom>
        </p:spPr>
      </p:pic>
      <p:pic>
        <p:nvPicPr>
          <p:cNvPr id="94" name="Image 92" descr="preencoded.png"/>
          <p:cNvPicPr>
            <a:picLocks noChangeAspect="1"/>
          </p:cNvPicPr>
          <p:nvPr/>
        </p:nvPicPr>
        <p:blipFill>
          <a:blip r:embed="rId92"/>
          <a:stretch>
            <a:fillRect/>
          </a:stretch>
        </p:blipFill>
        <p:spPr>
          <a:xfrm>
            <a:off x="4488753" y="2418409"/>
            <a:ext cx="16614" cy="58147"/>
          </a:xfrm>
          <a:prstGeom prst="rect">
            <a:avLst/>
          </a:prstGeom>
        </p:spPr>
      </p:pic>
      <p:pic>
        <p:nvPicPr>
          <p:cNvPr id="95" name="Image 93" descr="preencoded.png"/>
          <p:cNvPicPr>
            <a:picLocks noChangeAspect="1"/>
          </p:cNvPicPr>
          <p:nvPr/>
        </p:nvPicPr>
        <p:blipFill>
          <a:blip r:embed="rId93"/>
          <a:stretch>
            <a:fillRect/>
          </a:stretch>
        </p:blipFill>
        <p:spPr>
          <a:xfrm>
            <a:off x="4570657" y="2975040"/>
            <a:ext cx="58147" cy="16614"/>
          </a:xfrm>
          <a:prstGeom prst="rect">
            <a:avLst/>
          </a:prstGeom>
        </p:spPr>
      </p:pic>
      <p:pic>
        <p:nvPicPr>
          <p:cNvPr id="96" name="Image 94" descr="preencoded.png"/>
          <p:cNvPicPr>
            <a:picLocks noChangeAspect="1"/>
          </p:cNvPicPr>
          <p:nvPr/>
        </p:nvPicPr>
        <p:blipFill>
          <a:blip r:embed="rId94"/>
          <a:stretch>
            <a:fillRect/>
          </a:stretch>
        </p:blipFill>
        <p:spPr>
          <a:xfrm>
            <a:off x="4070262" y="4104972"/>
            <a:ext cx="440254" cy="24920"/>
          </a:xfrm>
          <a:prstGeom prst="rect">
            <a:avLst/>
          </a:prstGeom>
        </p:spPr>
      </p:pic>
      <p:pic>
        <p:nvPicPr>
          <p:cNvPr id="97" name="Image 95" descr="preencoded.png"/>
          <p:cNvPicPr>
            <a:picLocks noChangeAspect="1"/>
          </p:cNvPicPr>
          <p:nvPr/>
        </p:nvPicPr>
        <p:blipFill>
          <a:blip r:embed="rId95"/>
          <a:stretch>
            <a:fillRect/>
          </a:stretch>
        </p:blipFill>
        <p:spPr>
          <a:xfrm>
            <a:off x="4570491" y="3990034"/>
            <a:ext cx="58147" cy="16614"/>
          </a:xfrm>
          <a:prstGeom prst="rect">
            <a:avLst/>
          </a:prstGeom>
        </p:spPr>
      </p:pic>
      <p:pic>
        <p:nvPicPr>
          <p:cNvPr id="98" name="Image 96" descr="preencoded.png"/>
          <p:cNvPicPr>
            <a:picLocks noChangeAspect="1"/>
          </p:cNvPicPr>
          <p:nvPr/>
        </p:nvPicPr>
        <p:blipFill>
          <a:blip r:embed="rId96"/>
          <a:stretch>
            <a:fillRect/>
          </a:stretch>
        </p:blipFill>
        <p:spPr>
          <a:xfrm>
            <a:off x="4686950" y="4071439"/>
            <a:ext cx="16614" cy="58147"/>
          </a:xfrm>
          <a:prstGeom prst="rect">
            <a:avLst/>
          </a:prstGeom>
        </p:spPr>
      </p:pic>
      <p:pic>
        <p:nvPicPr>
          <p:cNvPr id="99" name="Image 97" descr="preencoded.png"/>
          <p:cNvPicPr>
            <a:picLocks noChangeAspect="1"/>
          </p:cNvPicPr>
          <p:nvPr/>
        </p:nvPicPr>
        <p:blipFill>
          <a:blip r:embed="rId97"/>
          <a:stretch>
            <a:fillRect/>
          </a:stretch>
        </p:blipFill>
        <p:spPr>
          <a:xfrm>
            <a:off x="4490830" y="4111477"/>
            <a:ext cx="132907" cy="91373"/>
          </a:xfrm>
          <a:prstGeom prst="rect">
            <a:avLst/>
          </a:prstGeom>
        </p:spPr>
      </p:pic>
      <p:pic>
        <p:nvPicPr>
          <p:cNvPr id="100" name="Image 98" descr="preencoded.png"/>
          <p:cNvPicPr>
            <a:picLocks noChangeAspect="1"/>
          </p:cNvPicPr>
          <p:nvPr/>
        </p:nvPicPr>
        <p:blipFill>
          <a:blip r:embed="rId98"/>
          <a:stretch>
            <a:fillRect/>
          </a:stretch>
        </p:blipFill>
        <p:spPr>
          <a:xfrm>
            <a:off x="4490830" y="4062218"/>
            <a:ext cx="16614" cy="66453"/>
          </a:xfrm>
          <a:prstGeom prst="rect">
            <a:avLst/>
          </a:prstGeom>
        </p:spPr>
      </p:pic>
      <p:pic>
        <p:nvPicPr>
          <p:cNvPr id="101" name="Image 99" descr="preencoded.png"/>
          <p:cNvPicPr>
            <a:picLocks noChangeAspect="1"/>
          </p:cNvPicPr>
          <p:nvPr/>
        </p:nvPicPr>
        <p:blipFill>
          <a:blip r:embed="rId99"/>
          <a:stretch>
            <a:fillRect/>
          </a:stretch>
        </p:blipFill>
        <p:spPr>
          <a:xfrm>
            <a:off x="2201507" y="4813476"/>
            <a:ext cx="16614" cy="49840"/>
          </a:xfrm>
          <a:prstGeom prst="rect">
            <a:avLst/>
          </a:prstGeom>
        </p:spPr>
      </p:pic>
      <p:pic>
        <p:nvPicPr>
          <p:cNvPr id="102" name="Image 100" descr="preencoded.png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2282747" y="4186736"/>
            <a:ext cx="24920" cy="556548"/>
          </a:xfrm>
          <a:prstGeom prst="rect">
            <a:avLst/>
          </a:prstGeom>
        </p:spPr>
      </p:pic>
      <p:pic>
        <p:nvPicPr>
          <p:cNvPr id="103" name="Image 101" descr="preencoded.png"/>
          <p:cNvPicPr>
            <a:picLocks noChangeAspect="1"/>
          </p:cNvPicPr>
          <p:nvPr/>
        </p:nvPicPr>
        <p:blipFill>
          <a:blip r:embed="rId101"/>
          <a:stretch>
            <a:fillRect/>
          </a:stretch>
        </p:blipFill>
        <p:spPr>
          <a:xfrm>
            <a:off x="1806109" y="4189228"/>
            <a:ext cx="490095" cy="639615"/>
          </a:xfrm>
          <a:prstGeom prst="rect">
            <a:avLst/>
          </a:prstGeom>
        </p:spPr>
      </p:pic>
      <p:pic>
        <p:nvPicPr>
          <p:cNvPr id="104" name="Image 102" descr="preencoded.png"/>
          <p:cNvPicPr>
            <a:picLocks noChangeAspect="1"/>
          </p:cNvPicPr>
          <p:nvPr/>
        </p:nvPicPr>
        <p:blipFill>
          <a:blip r:embed="rId102"/>
          <a:stretch>
            <a:fillRect/>
          </a:stretch>
        </p:blipFill>
        <p:spPr>
          <a:xfrm>
            <a:off x="3497516" y="4187151"/>
            <a:ext cx="24920" cy="556548"/>
          </a:xfrm>
          <a:prstGeom prst="rect">
            <a:avLst/>
          </a:prstGeom>
        </p:spPr>
      </p:pic>
      <p:pic>
        <p:nvPicPr>
          <p:cNvPr id="105" name="Image 103" descr="preencoded.png"/>
          <p:cNvPicPr>
            <a:picLocks noChangeAspect="1"/>
          </p:cNvPicPr>
          <p:nvPr/>
        </p:nvPicPr>
        <p:blipFill>
          <a:blip r:embed="rId103"/>
          <a:stretch>
            <a:fillRect/>
          </a:stretch>
        </p:blipFill>
        <p:spPr>
          <a:xfrm>
            <a:off x="3423670" y="4729827"/>
            <a:ext cx="91373" cy="99681"/>
          </a:xfrm>
          <a:prstGeom prst="rect">
            <a:avLst/>
          </a:prstGeom>
        </p:spPr>
      </p:pic>
      <p:pic>
        <p:nvPicPr>
          <p:cNvPr id="106" name="Image 104" descr="preencoded.png"/>
          <p:cNvPicPr>
            <a:picLocks noChangeAspect="1"/>
          </p:cNvPicPr>
          <p:nvPr/>
        </p:nvPicPr>
        <p:blipFill>
          <a:blip r:embed="rId104"/>
          <a:stretch>
            <a:fillRect/>
          </a:stretch>
        </p:blipFill>
        <p:spPr>
          <a:xfrm>
            <a:off x="2909320" y="4810651"/>
            <a:ext cx="531628" cy="16614"/>
          </a:xfrm>
          <a:prstGeom prst="rect">
            <a:avLst/>
          </a:prstGeom>
        </p:spPr>
      </p:pic>
      <p:pic>
        <p:nvPicPr>
          <p:cNvPr id="107" name="Image 105" descr="preencoded.png"/>
          <p:cNvPicPr>
            <a:picLocks noChangeAspect="1"/>
          </p:cNvPicPr>
          <p:nvPr/>
        </p:nvPicPr>
        <p:blipFill>
          <a:blip r:embed="rId105"/>
          <a:stretch>
            <a:fillRect/>
          </a:stretch>
        </p:blipFill>
        <p:spPr>
          <a:xfrm>
            <a:off x="2710292" y="4727678"/>
            <a:ext cx="215974" cy="99681"/>
          </a:xfrm>
          <a:prstGeom prst="rect">
            <a:avLst/>
          </a:prstGeom>
        </p:spPr>
      </p:pic>
      <p:pic>
        <p:nvPicPr>
          <p:cNvPr id="108" name="Image 106" descr="preencoded.png"/>
          <p:cNvPicPr>
            <a:picLocks noChangeAspect="1"/>
          </p:cNvPicPr>
          <p:nvPr/>
        </p:nvPicPr>
        <p:blipFill>
          <a:blip r:embed="rId106"/>
          <a:stretch>
            <a:fillRect/>
          </a:stretch>
        </p:blipFill>
        <p:spPr>
          <a:xfrm>
            <a:off x="2403193" y="4811149"/>
            <a:ext cx="323961" cy="16614"/>
          </a:xfrm>
          <a:prstGeom prst="rect">
            <a:avLst/>
          </a:prstGeom>
        </p:spPr>
      </p:pic>
      <p:pic>
        <p:nvPicPr>
          <p:cNvPr id="109" name="Image 107" descr="preencoded.png"/>
          <p:cNvPicPr>
            <a:picLocks noChangeAspect="1"/>
          </p:cNvPicPr>
          <p:nvPr/>
        </p:nvPicPr>
        <p:blipFill>
          <a:blip r:embed="rId107"/>
          <a:stretch>
            <a:fillRect/>
          </a:stretch>
        </p:blipFill>
        <p:spPr>
          <a:xfrm>
            <a:off x="2321040" y="4728664"/>
            <a:ext cx="99681" cy="99681"/>
          </a:xfrm>
          <a:prstGeom prst="rect">
            <a:avLst/>
          </a:prstGeom>
        </p:spPr>
      </p:pic>
      <p:pic>
        <p:nvPicPr>
          <p:cNvPr id="110" name="Image 108" descr="preencoded.png"/>
          <p:cNvPicPr>
            <a:picLocks noChangeAspect="1"/>
          </p:cNvPicPr>
          <p:nvPr/>
        </p:nvPicPr>
        <p:blipFill>
          <a:blip r:embed="rId108"/>
          <a:stretch>
            <a:fillRect/>
          </a:stretch>
        </p:blipFill>
        <p:spPr>
          <a:xfrm>
            <a:off x="2319711" y="4187401"/>
            <a:ext cx="16614" cy="556548"/>
          </a:xfrm>
          <a:prstGeom prst="rect">
            <a:avLst/>
          </a:prstGeom>
        </p:spPr>
      </p:pic>
      <p:pic>
        <p:nvPicPr>
          <p:cNvPr id="111" name="Image 109" descr="preencoded.png"/>
          <p:cNvPicPr>
            <a:picLocks noChangeAspect="1"/>
          </p:cNvPicPr>
          <p:nvPr/>
        </p:nvPicPr>
        <p:blipFill>
          <a:blip r:embed="rId109"/>
          <a:stretch>
            <a:fillRect/>
          </a:stretch>
        </p:blipFill>
        <p:spPr>
          <a:xfrm>
            <a:off x="2282747" y="4728664"/>
            <a:ext cx="58147" cy="16614"/>
          </a:xfrm>
          <a:prstGeom prst="rect">
            <a:avLst/>
          </a:prstGeom>
        </p:spPr>
      </p:pic>
      <p:pic>
        <p:nvPicPr>
          <p:cNvPr id="112" name="Image 110" descr="preencoded.png"/>
          <p:cNvPicPr>
            <a:picLocks noChangeAspect="1"/>
          </p:cNvPicPr>
          <p:nvPr/>
        </p:nvPicPr>
        <p:blipFill>
          <a:blip r:embed="rId110"/>
          <a:stretch>
            <a:fillRect/>
          </a:stretch>
        </p:blipFill>
        <p:spPr>
          <a:xfrm>
            <a:off x="3497516" y="4188231"/>
            <a:ext cx="1096483" cy="639615"/>
          </a:xfrm>
          <a:prstGeom prst="rect">
            <a:avLst/>
          </a:prstGeom>
        </p:spPr>
      </p:pic>
      <p:pic>
        <p:nvPicPr>
          <p:cNvPr id="113" name="Image 111" descr="preencoded.png"/>
          <p:cNvPicPr>
            <a:picLocks noChangeAspect="1"/>
          </p:cNvPicPr>
          <p:nvPr/>
        </p:nvPicPr>
        <p:blipFill>
          <a:blip r:embed="rId111"/>
          <a:stretch>
            <a:fillRect/>
          </a:stretch>
        </p:blipFill>
        <p:spPr>
          <a:xfrm>
            <a:off x="4608203" y="3527102"/>
            <a:ext cx="357188" cy="490095"/>
          </a:xfrm>
          <a:prstGeom prst="rect">
            <a:avLst/>
          </a:prstGeom>
        </p:spPr>
      </p:pic>
      <p:pic>
        <p:nvPicPr>
          <p:cNvPr id="114" name="Image 112" descr="preencoded.png"/>
          <p:cNvPicPr>
            <a:picLocks noChangeAspect="1"/>
          </p:cNvPicPr>
          <p:nvPr/>
        </p:nvPicPr>
        <p:blipFill>
          <a:blip r:embed="rId112"/>
          <a:stretch>
            <a:fillRect/>
          </a:stretch>
        </p:blipFill>
        <p:spPr>
          <a:xfrm>
            <a:off x="4603867" y="3177640"/>
            <a:ext cx="24920" cy="830668"/>
          </a:xfrm>
          <a:prstGeom prst="rect">
            <a:avLst/>
          </a:prstGeom>
        </p:spPr>
      </p:pic>
      <p:pic>
        <p:nvPicPr>
          <p:cNvPr id="115" name="Image 113" descr="preencoded.png"/>
          <p:cNvPicPr>
            <a:picLocks noChangeAspect="1"/>
          </p:cNvPicPr>
          <p:nvPr/>
        </p:nvPicPr>
        <p:blipFill>
          <a:blip r:embed="rId113"/>
          <a:stretch>
            <a:fillRect/>
          </a:stretch>
        </p:blipFill>
        <p:spPr>
          <a:xfrm>
            <a:off x="4688363" y="3090420"/>
            <a:ext cx="249201" cy="16614"/>
          </a:xfrm>
          <a:prstGeom prst="rect">
            <a:avLst/>
          </a:prstGeom>
        </p:spPr>
      </p:pic>
      <p:pic>
        <p:nvPicPr>
          <p:cNvPr id="116" name="Image 114" descr="preencoded.png"/>
          <p:cNvPicPr>
            <a:picLocks noChangeAspect="1"/>
          </p:cNvPicPr>
          <p:nvPr/>
        </p:nvPicPr>
        <p:blipFill>
          <a:blip r:embed="rId114"/>
          <a:stretch>
            <a:fillRect/>
          </a:stretch>
        </p:blipFill>
        <p:spPr>
          <a:xfrm>
            <a:off x="5002190" y="3178886"/>
            <a:ext cx="16614" cy="290734"/>
          </a:xfrm>
          <a:prstGeom prst="rect">
            <a:avLst/>
          </a:prstGeom>
        </p:spPr>
      </p:pic>
      <p:pic>
        <p:nvPicPr>
          <p:cNvPr id="117" name="Image 115" descr="preencoded.png"/>
          <p:cNvPicPr>
            <a:picLocks noChangeAspect="1"/>
          </p:cNvPicPr>
          <p:nvPr/>
        </p:nvPicPr>
        <p:blipFill>
          <a:blip r:embed="rId115"/>
          <a:stretch>
            <a:fillRect/>
          </a:stretch>
        </p:blipFill>
        <p:spPr>
          <a:xfrm>
            <a:off x="4622490" y="3173902"/>
            <a:ext cx="398721" cy="373801"/>
          </a:xfrm>
          <a:prstGeom prst="rect">
            <a:avLst/>
          </a:prstGeom>
        </p:spPr>
      </p:pic>
      <p:pic>
        <p:nvPicPr>
          <p:cNvPr id="118" name="Image 116" descr="preencoded.png"/>
          <p:cNvPicPr>
            <a:picLocks noChangeAspect="1"/>
          </p:cNvPicPr>
          <p:nvPr/>
        </p:nvPicPr>
        <p:blipFill>
          <a:blip r:embed="rId116"/>
          <a:stretch>
            <a:fillRect/>
          </a:stretch>
        </p:blipFill>
        <p:spPr>
          <a:xfrm>
            <a:off x="4919288" y="2984676"/>
            <a:ext cx="74760" cy="91373"/>
          </a:xfrm>
          <a:prstGeom prst="rect">
            <a:avLst/>
          </a:prstGeom>
        </p:spPr>
      </p:pic>
      <p:pic>
        <p:nvPicPr>
          <p:cNvPr id="119" name="Image 117" descr="preencoded.png"/>
          <p:cNvPicPr>
            <a:picLocks noChangeAspect="1"/>
          </p:cNvPicPr>
          <p:nvPr/>
        </p:nvPicPr>
        <p:blipFill>
          <a:blip r:embed="rId117"/>
          <a:stretch>
            <a:fillRect/>
          </a:stretch>
        </p:blipFill>
        <p:spPr>
          <a:xfrm>
            <a:off x="4688363" y="3058660"/>
            <a:ext cx="249201" cy="24920"/>
          </a:xfrm>
          <a:prstGeom prst="rect">
            <a:avLst/>
          </a:prstGeom>
        </p:spPr>
      </p:pic>
      <p:pic>
        <p:nvPicPr>
          <p:cNvPr id="120" name="Image 118" descr="preencoded.png"/>
          <p:cNvPicPr>
            <a:picLocks noChangeAspect="1"/>
          </p:cNvPicPr>
          <p:nvPr/>
        </p:nvPicPr>
        <p:blipFill>
          <a:blip r:embed="rId118"/>
          <a:stretch>
            <a:fillRect/>
          </a:stretch>
        </p:blipFill>
        <p:spPr>
          <a:xfrm>
            <a:off x="4615098" y="2977615"/>
            <a:ext cx="91373" cy="107987"/>
          </a:xfrm>
          <a:prstGeom prst="rect">
            <a:avLst/>
          </a:prstGeom>
        </p:spPr>
      </p:pic>
      <p:pic>
        <p:nvPicPr>
          <p:cNvPr id="121" name="Image 119" descr="preencoded.png"/>
          <p:cNvPicPr>
            <a:picLocks noChangeAspect="1"/>
          </p:cNvPicPr>
          <p:nvPr/>
        </p:nvPicPr>
        <p:blipFill>
          <a:blip r:embed="rId119"/>
          <a:stretch>
            <a:fillRect/>
          </a:stretch>
        </p:blipFill>
        <p:spPr>
          <a:xfrm>
            <a:off x="3619790" y="4810901"/>
            <a:ext cx="16614" cy="58147"/>
          </a:xfrm>
          <a:prstGeom prst="rect">
            <a:avLst/>
          </a:prstGeom>
        </p:spPr>
      </p:pic>
      <p:pic>
        <p:nvPicPr>
          <p:cNvPr id="122" name="Image 120" descr="preencoded.png"/>
          <p:cNvPicPr>
            <a:picLocks noChangeAspect="1"/>
          </p:cNvPicPr>
          <p:nvPr/>
        </p:nvPicPr>
        <p:blipFill>
          <a:blip r:embed="rId120"/>
          <a:stretch>
            <a:fillRect/>
          </a:stretch>
        </p:blipFill>
        <p:spPr>
          <a:xfrm>
            <a:off x="4640101" y="3645556"/>
            <a:ext cx="357188" cy="390414"/>
          </a:xfrm>
          <a:prstGeom prst="rect">
            <a:avLst/>
          </a:prstGeom>
        </p:spPr>
      </p:pic>
      <p:pic>
        <p:nvPicPr>
          <p:cNvPr id="123" name="Image 121" descr="preencoded.png"/>
          <p:cNvPicPr>
            <a:picLocks noChangeAspect="1"/>
          </p:cNvPicPr>
          <p:nvPr/>
        </p:nvPicPr>
        <p:blipFill>
          <a:blip r:embed="rId121"/>
          <a:stretch>
            <a:fillRect/>
          </a:stretch>
        </p:blipFill>
        <p:spPr>
          <a:xfrm>
            <a:off x="4688944" y="4065708"/>
            <a:ext cx="681148" cy="24920"/>
          </a:xfrm>
          <a:prstGeom prst="rect">
            <a:avLst/>
          </a:prstGeom>
        </p:spPr>
      </p:pic>
      <p:pic>
        <p:nvPicPr>
          <p:cNvPr id="124" name="Image 122" descr="preencoded.png"/>
          <p:cNvPicPr>
            <a:picLocks noChangeAspect="1"/>
          </p:cNvPicPr>
          <p:nvPr/>
        </p:nvPicPr>
        <p:blipFill>
          <a:blip r:embed="rId122"/>
          <a:stretch>
            <a:fillRect/>
          </a:stretch>
        </p:blipFill>
        <p:spPr>
          <a:xfrm>
            <a:off x="4665934" y="4022762"/>
            <a:ext cx="41534" cy="66453"/>
          </a:xfrm>
          <a:prstGeom prst="rect">
            <a:avLst/>
          </a:prstGeom>
        </p:spPr>
      </p:pic>
      <p:pic>
        <p:nvPicPr>
          <p:cNvPr id="125" name="Image 123" descr="preencoded.png"/>
          <p:cNvPicPr>
            <a:picLocks noChangeAspect="1"/>
          </p:cNvPicPr>
          <p:nvPr/>
        </p:nvPicPr>
        <p:blipFill>
          <a:blip r:embed="rId123"/>
          <a:stretch>
            <a:fillRect/>
          </a:stretch>
        </p:blipFill>
        <p:spPr>
          <a:xfrm>
            <a:off x="2403193" y="4814140"/>
            <a:ext cx="16614" cy="49840"/>
          </a:xfrm>
          <a:prstGeom prst="rect">
            <a:avLst/>
          </a:prstGeom>
        </p:spPr>
      </p:pic>
      <p:pic>
        <p:nvPicPr>
          <p:cNvPr id="126" name="Image 124" descr="preencoded.png"/>
          <p:cNvPicPr>
            <a:picLocks noChangeAspect="1"/>
          </p:cNvPicPr>
          <p:nvPr/>
        </p:nvPicPr>
        <p:blipFill>
          <a:blip r:embed="rId124"/>
          <a:stretch>
            <a:fillRect/>
          </a:stretch>
        </p:blipFill>
        <p:spPr>
          <a:xfrm>
            <a:off x="2909237" y="4811980"/>
            <a:ext cx="16614" cy="49840"/>
          </a:xfrm>
          <a:prstGeom prst="rect">
            <a:avLst/>
          </a:prstGeom>
        </p:spPr>
      </p:pic>
      <p:pic>
        <p:nvPicPr>
          <p:cNvPr id="127" name="Image 125" descr="preencoded.png"/>
          <p:cNvPicPr>
            <a:picLocks noChangeAspect="1"/>
          </p:cNvPicPr>
          <p:nvPr/>
        </p:nvPicPr>
        <p:blipFill>
          <a:blip r:embed="rId125"/>
          <a:stretch>
            <a:fillRect/>
          </a:stretch>
        </p:blipFill>
        <p:spPr>
          <a:xfrm>
            <a:off x="2710292" y="4811149"/>
            <a:ext cx="16614" cy="49840"/>
          </a:xfrm>
          <a:prstGeom prst="rect">
            <a:avLst/>
          </a:prstGeom>
        </p:spPr>
      </p:pic>
      <p:pic>
        <p:nvPicPr>
          <p:cNvPr id="128" name="Image 126" descr="preencoded.png"/>
          <p:cNvPicPr>
            <a:picLocks noChangeAspect="1"/>
          </p:cNvPicPr>
          <p:nvPr/>
        </p:nvPicPr>
        <p:blipFill>
          <a:blip r:embed="rId126"/>
          <a:stretch>
            <a:fillRect/>
          </a:stretch>
        </p:blipFill>
        <p:spPr>
          <a:xfrm>
            <a:off x="3423005" y="4810651"/>
            <a:ext cx="16614" cy="49840"/>
          </a:xfrm>
          <a:prstGeom prst="rect">
            <a:avLst/>
          </a:prstGeom>
        </p:spPr>
      </p:pic>
      <p:pic>
        <p:nvPicPr>
          <p:cNvPr id="129" name="Image 127" descr="preencoded.png"/>
          <p:cNvPicPr>
            <a:picLocks noChangeAspect="1"/>
          </p:cNvPicPr>
          <p:nvPr/>
        </p:nvPicPr>
        <p:blipFill>
          <a:blip r:embed="rId127"/>
          <a:stretch>
            <a:fillRect/>
          </a:stretch>
        </p:blipFill>
        <p:spPr>
          <a:xfrm>
            <a:off x="5042227" y="3533581"/>
            <a:ext cx="91373" cy="132907"/>
          </a:xfrm>
          <a:prstGeom prst="rect">
            <a:avLst/>
          </a:prstGeom>
        </p:spPr>
      </p:pic>
      <p:pic>
        <p:nvPicPr>
          <p:cNvPr id="130" name="Image 128" descr="preencoded.png"/>
          <p:cNvPicPr>
            <a:picLocks noChangeAspect="1"/>
          </p:cNvPicPr>
          <p:nvPr/>
        </p:nvPicPr>
        <p:blipFill>
          <a:blip r:embed="rId128"/>
          <a:stretch>
            <a:fillRect/>
          </a:stretch>
        </p:blipFill>
        <p:spPr>
          <a:xfrm>
            <a:off x="4952848" y="3626865"/>
            <a:ext cx="107987" cy="41534"/>
          </a:xfrm>
          <a:prstGeom prst="rect">
            <a:avLst/>
          </a:prstGeom>
        </p:spPr>
      </p:pic>
      <p:pic>
        <p:nvPicPr>
          <p:cNvPr id="131" name="Image 129" descr="preencoded.png"/>
          <p:cNvPicPr>
            <a:picLocks noChangeAspect="1"/>
          </p:cNvPicPr>
          <p:nvPr/>
        </p:nvPicPr>
        <p:blipFill>
          <a:blip r:embed="rId129"/>
          <a:stretch>
            <a:fillRect/>
          </a:stretch>
        </p:blipFill>
        <p:spPr>
          <a:xfrm>
            <a:off x="5059007" y="3104707"/>
            <a:ext cx="74760" cy="83067"/>
          </a:xfrm>
          <a:prstGeom prst="rect">
            <a:avLst/>
          </a:prstGeom>
        </p:spPr>
      </p:pic>
      <p:pic>
        <p:nvPicPr>
          <p:cNvPr id="132" name="Image 130" descr="preencoded.png"/>
          <p:cNvPicPr>
            <a:picLocks noChangeAspect="1"/>
          </p:cNvPicPr>
          <p:nvPr/>
        </p:nvPicPr>
        <p:blipFill>
          <a:blip r:embed="rId130"/>
          <a:stretch>
            <a:fillRect/>
          </a:stretch>
        </p:blipFill>
        <p:spPr>
          <a:xfrm>
            <a:off x="4919206" y="3092330"/>
            <a:ext cx="132907" cy="99681"/>
          </a:xfrm>
          <a:prstGeom prst="rect">
            <a:avLst/>
          </a:prstGeom>
        </p:spPr>
      </p:pic>
      <p:pic>
        <p:nvPicPr>
          <p:cNvPr id="133" name="Image 131" descr="preencoded.png"/>
          <p:cNvPicPr>
            <a:picLocks noChangeAspect="1"/>
          </p:cNvPicPr>
          <p:nvPr/>
        </p:nvPicPr>
        <p:blipFill>
          <a:blip r:embed="rId131"/>
          <a:stretch>
            <a:fillRect/>
          </a:stretch>
        </p:blipFill>
        <p:spPr>
          <a:xfrm>
            <a:off x="4919206" y="3062758"/>
            <a:ext cx="16614" cy="49840"/>
          </a:xfrm>
          <a:prstGeom prst="rect">
            <a:avLst/>
          </a:prstGeom>
        </p:spPr>
      </p:pic>
      <p:pic>
        <p:nvPicPr>
          <p:cNvPr id="134" name="Image 132" descr="preencoded.png"/>
          <p:cNvPicPr>
            <a:picLocks noChangeAspect="1"/>
          </p:cNvPicPr>
          <p:nvPr/>
        </p:nvPicPr>
        <p:blipFill>
          <a:blip r:embed="rId132"/>
          <a:stretch>
            <a:fillRect/>
          </a:stretch>
        </p:blipFill>
        <p:spPr>
          <a:xfrm>
            <a:off x="5003768" y="3451345"/>
            <a:ext cx="49840" cy="16614"/>
          </a:xfrm>
          <a:prstGeom prst="rect">
            <a:avLst/>
          </a:prstGeom>
        </p:spPr>
      </p:pic>
      <p:pic>
        <p:nvPicPr>
          <p:cNvPr id="135" name="Image 133" descr="preencoded.png"/>
          <p:cNvPicPr>
            <a:picLocks noChangeAspect="1"/>
          </p:cNvPicPr>
          <p:nvPr/>
        </p:nvPicPr>
        <p:blipFill>
          <a:blip r:embed="rId133"/>
          <a:stretch>
            <a:fillRect/>
          </a:stretch>
        </p:blipFill>
        <p:spPr>
          <a:xfrm>
            <a:off x="4973531" y="2581916"/>
            <a:ext cx="905429" cy="1013416"/>
          </a:xfrm>
          <a:prstGeom prst="rect">
            <a:avLst/>
          </a:prstGeom>
        </p:spPr>
      </p:pic>
      <p:pic>
        <p:nvPicPr>
          <p:cNvPr id="136" name="Image 134" descr="preencoded.png"/>
          <p:cNvPicPr>
            <a:picLocks noChangeAspect="1"/>
          </p:cNvPicPr>
          <p:nvPr/>
        </p:nvPicPr>
        <p:blipFill>
          <a:blip r:embed="rId134"/>
          <a:stretch>
            <a:fillRect/>
          </a:stretch>
        </p:blipFill>
        <p:spPr>
          <a:xfrm>
            <a:off x="4962234" y="2970720"/>
            <a:ext cx="24920" cy="33227"/>
          </a:xfrm>
          <a:prstGeom prst="rect">
            <a:avLst/>
          </a:prstGeom>
        </p:spPr>
      </p:pic>
      <p:pic>
        <p:nvPicPr>
          <p:cNvPr id="137" name="Image 135" descr="preencoded.png"/>
          <p:cNvPicPr>
            <a:picLocks noChangeAspect="1"/>
          </p:cNvPicPr>
          <p:nvPr/>
        </p:nvPicPr>
        <p:blipFill>
          <a:blip r:embed="rId135"/>
          <a:stretch>
            <a:fillRect/>
          </a:stretch>
        </p:blipFill>
        <p:spPr>
          <a:xfrm>
            <a:off x="5437459" y="3649875"/>
            <a:ext cx="24920" cy="357188"/>
          </a:xfrm>
          <a:prstGeom prst="rect">
            <a:avLst/>
          </a:prstGeom>
        </p:spPr>
      </p:pic>
      <p:pic>
        <p:nvPicPr>
          <p:cNvPr id="138" name="Image 136" descr="preencoded.png"/>
          <p:cNvPicPr>
            <a:picLocks noChangeAspect="1"/>
          </p:cNvPicPr>
          <p:nvPr/>
        </p:nvPicPr>
        <p:blipFill>
          <a:blip r:embed="rId136"/>
          <a:stretch>
            <a:fillRect/>
          </a:stretch>
        </p:blipFill>
        <p:spPr>
          <a:xfrm>
            <a:off x="5042227" y="3649792"/>
            <a:ext cx="415334" cy="473481"/>
          </a:xfrm>
          <a:prstGeom prst="rect">
            <a:avLst/>
          </a:prstGeom>
        </p:spPr>
      </p:pic>
      <p:pic>
        <p:nvPicPr>
          <p:cNvPr id="139" name="Image 137" descr="preencoded.png"/>
          <p:cNvPicPr>
            <a:picLocks noChangeAspect="1"/>
          </p:cNvPicPr>
          <p:nvPr/>
        </p:nvPicPr>
        <p:blipFill>
          <a:blip r:embed="rId137"/>
          <a:stretch>
            <a:fillRect/>
          </a:stretch>
        </p:blipFill>
        <p:spPr>
          <a:xfrm>
            <a:off x="5355639" y="3445931"/>
            <a:ext cx="132907" cy="99681"/>
          </a:xfrm>
          <a:prstGeom prst="rect">
            <a:avLst/>
          </a:prstGeom>
        </p:spPr>
      </p:pic>
      <p:pic>
        <p:nvPicPr>
          <p:cNvPr id="140" name="Image 138" descr="preencoded.png"/>
          <p:cNvPicPr>
            <a:picLocks noChangeAspect="1"/>
          </p:cNvPicPr>
          <p:nvPr/>
        </p:nvPicPr>
        <p:blipFill>
          <a:blip r:embed="rId138"/>
          <a:stretch>
            <a:fillRect/>
          </a:stretch>
        </p:blipFill>
        <p:spPr>
          <a:xfrm>
            <a:off x="5119729" y="3532584"/>
            <a:ext cx="249201" cy="16614"/>
          </a:xfrm>
          <a:prstGeom prst="rect">
            <a:avLst/>
          </a:prstGeom>
        </p:spPr>
      </p:pic>
      <p:pic>
        <p:nvPicPr>
          <p:cNvPr id="141" name="Image 139" descr="preencoded.png"/>
          <p:cNvPicPr>
            <a:picLocks noChangeAspect="1"/>
          </p:cNvPicPr>
          <p:nvPr/>
        </p:nvPicPr>
        <p:blipFill>
          <a:blip r:embed="rId139"/>
          <a:stretch>
            <a:fillRect/>
          </a:stretch>
        </p:blipFill>
        <p:spPr>
          <a:xfrm>
            <a:off x="5039486" y="3451345"/>
            <a:ext cx="99681" cy="99681"/>
          </a:xfrm>
          <a:prstGeom prst="rect">
            <a:avLst/>
          </a:prstGeom>
        </p:spPr>
      </p:pic>
      <p:pic>
        <p:nvPicPr>
          <p:cNvPr id="142" name="Image 140" descr="preencoded.png"/>
          <p:cNvPicPr>
            <a:picLocks noChangeAspect="1"/>
          </p:cNvPicPr>
          <p:nvPr/>
        </p:nvPicPr>
        <p:blipFill>
          <a:blip r:embed="rId140"/>
          <a:stretch>
            <a:fillRect/>
          </a:stretch>
        </p:blipFill>
        <p:spPr>
          <a:xfrm>
            <a:off x="5038074" y="3177640"/>
            <a:ext cx="16614" cy="290734"/>
          </a:xfrm>
          <a:prstGeom prst="rect">
            <a:avLst/>
          </a:prstGeom>
        </p:spPr>
      </p:pic>
      <p:pic>
        <p:nvPicPr>
          <p:cNvPr id="143" name="Image 141" descr="preencoded.png"/>
          <p:cNvPicPr>
            <a:picLocks noChangeAspect="1"/>
          </p:cNvPicPr>
          <p:nvPr/>
        </p:nvPicPr>
        <p:blipFill>
          <a:blip r:embed="rId141"/>
          <a:stretch>
            <a:fillRect/>
          </a:stretch>
        </p:blipFill>
        <p:spPr>
          <a:xfrm>
            <a:off x="5038074" y="2977116"/>
            <a:ext cx="107987" cy="290734"/>
          </a:xfrm>
          <a:prstGeom prst="rect">
            <a:avLst/>
          </a:prstGeom>
        </p:spPr>
      </p:pic>
      <p:pic>
        <p:nvPicPr>
          <p:cNvPr id="144" name="Image 142" descr="preencoded.png"/>
          <p:cNvPicPr>
            <a:picLocks noChangeAspect="1"/>
          </p:cNvPicPr>
          <p:nvPr/>
        </p:nvPicPr>
        <p:blipFill>
          <a:blip r:embed="rId142"/>
          <a:stretch>
            <a:fillRect/>
          </a:stretch>
        </p:blipFill>
        <p:spPr>
          <a:xfrm>
            <a:off x="5120476" y="3562821"/>
            <a:ext cx="249201" cy="16614"/>
          </a:xfrm>
          <a:prstGeom prst="rect">
            <a:avLst/>
          </a:prstGeom>
        </p:spPr>
      </p:pic>
      <p:pic>
        <p:nvPicPr>
          <p:cNvPr id="145" name="Image 143" descr="preencoded.png"/>
          <p:cNvPicPr>
            <a:picLocks noChangeAspect="1"/>
          </p:cNvPicPr>
          <p:nvPr/>
        </p:nvPicPr>
        <p:blipFill>
          <a:blip r:embed="rId143"/>
          <a:stretch>
            <a:fillRect/>
          </a:stretch>
        </p:blipFill>
        <p:spPr>
          <a:xfrm>
            <a:off x="5355639" y="3532584"/>
            <a:ext cx="215974" cy="132907"/>
          </a:xfrm>
          <a:prstGeom prst="rect">
            <a:avLst/>
          </a:prstGeom>
        </p:spPr>
      </p:pic>
      <p:pic>
        <p:nvPicPr>
          <p:cNvPr id="146" name="Image 144" descr="preencoded.png"/>
          <p:cNvPicPr>
            <a:picLocks noChangeAspect="1"/>
          </p:cNvPicPr>
          <p:nvPr/>
        </p:nvPicPr>
        <p:blipFill>
          <a:blip r:embed="rId144"/>
          <a:stretch>
            <a:fillRect/>
          </a:stretch>
        </p:blipFill>
        <p:spPr>
          <a:xfrm>
            <a:off x="5471684" y="3990282"/>
            <a:ext cx="99681" cy="99681"/>
          </a:xfrm>
          <a:prstGeom prst="rect">
            <a:avLst/>
          </a:prstGeom>
        </p:spPr>
      </p:pic>
      <p:pic>
        <p:nvPicPr>
          <p:cNvPr id="147" name="Image 145" descr="preencoded.png"/>
          <p:cNvPicPr>
            <a:picLocks noChangeAspect="1"/>
          </p:cNvPicPr>
          <p:nvPr/>
        </p:nvPicPr>
        <p:blipFill>
          <a:blip r:embed="rId145"/>
          <a:stretch>
            <a:fillRect/>
          </a:stretch>
        </p:blipFill>
        <p:spPr>
          <a:xfrm>
            <a:off x="5471684" y="3649127"/>
            <a:ext cx="16614" cy="357188"/>
          </a:xfrm>
          <a:prstGeom prst="rect">
            <a:avLst/>
          </a:prstGeom>
        </p:spPr>
      </p:pic>
      <p:pic>
        <p:nvPicPr>
          <p:cNvPr id="148" name="Image 146" descr="preencoded.png"/>
          <p:cNvPicPr>
            <a:picLocks noChangeAspect="1"/>
          </p:cNvPicPr>
          <p:nvPr/>
        </p:nvPicPr>
        <p:blipFill>
          <a:blip r:embed="rId146"/>
          <a:stretch>
            <a:fillRect/>
          </a:stretch>
        </p:blipFill>
        <p:spPr>
          <a:xfrm>
            <a:off x="5444105" y="3988621"/>
            <a:ext cx="41534" cy="16614"/>
          </a:xfrm>
          <a:prstGeom prst="rect">
            <a:avLst/>
          </a:prstGeom>
        </p:spPr>
      </p:pic>
      <p:pic>
        <p:nvPicPr>
          <p:cNvPr id="149" name="Image 147" descr="preencoded.png"/>
          <p:cNvPicPr>
            <a:picLocks noChangeAspect="1"/>
          </p:cNvPicPr>
          <p:nvPr/>
        </p:nvPicPr>
        <p:blipFill>
          <a:blip r:embed="rId147"/>
          <a:stretch>
            <a:fillRect/>
          </a:stretch>
        </p:blipFill>
        <p:spPr>
          <a:xfrm>
            <a:off x="8189964" y="2902606"/>
            <a:ext cx="16614" cy="49840"/>
          </a:xfrm>
          <a:prstGeom prst="rect">
            <a:avLst/>
          </a:prstGeom>
        </p:spPr>
      </p:pic>
      <p:pic>
        <p:nvPicPr>
          <p:cNvPr id="150" name="Image 148" descr="preencoded.png"/>
          <p:cNvPicPr>
            <a:picLocks noChangeAspect="1"/>
          </p:cNvPicPr>
          <p:nvPr/>
        </p:nvPicPr>
        <p:blipFill>
          <a:blip r:embed="rId148"/>
          <a:stretch>
            <a:fillRect/>
          </a:stretch>
        </p:blipFill>
        <p:spPr>
          <a:xfrm>
            <a:off x="7877715" y="3383646"/>
            <a:ext cx="49840" cy="16614"/>
          </a:xfrm>
          <a:prstGeom prst="rect">
            <a:avLst/>
          </a:prstGeom>
        </p:spPr>
      </p:pic>
      <p:pic>
        <p:nvPicPr>
          <p:cNvPr id="151" name="Image 149" descr="preencoded.png"/>
          <p:cNvPicPr>
            <a:picLocks noChangeAspect="1"/>
          </p:cNvPicPr>
          <p:nvPr/>
        </p:nvPicPr>
        <p:blipFill>
          <a:blip r:embed="rId149"/>
          <a:stretch>
            <a:fillRect/>
          </a:stretch>
        </p:blipFill>
        <p:spPr>
          <a:xfrm>
            <a:off x="7996667" y="3471946"/>
            <a:ext cx="16614" cy="49840"/>
          </a:xfrm>
          <a:prstGeom prst="rect">
            <a:avLst/>
          </a:prstGeom>
        </p:spPr>
      </p:pic>
      <p:pic>
        <p:nvPicPr>
          <p:cNvPr id="152" name="Image 150" descr="preencoded.png"/>
          <p:cNvPicPr>
            <a:picLocks noChangeAspect="1"/>
          </p:cNvPicPr>
          <p:nvPr/>
        </p:nvPicPr>
        <p:blipFill>
          <a:blip r:embed="rId150"/>
          <a:stretch>
            <a:fillRect/>
          </a:stretch>
        </p:blipFill>
        <p:spPr>
          <a:xfrm>
            <a:off x="7877465" y="3588489"/>
            <a:ext cx="49840" cy="132907"/>
          </a:xfrm>
          <a:prstGeom prst="rect">
            <a:avLst/>
          </a:prstGeom>
        </p:spPr>
      </p:pic>
      <p:pic>
        <p:nvPicPr>
          <p:cNvPr id="153" name="Image 151" descr="preencoded.png"/>
          <p:cNvPicPr>
            <a:picLocks noChangeAspect="1"/>
          </p:cNvPicPr>
          <p:nvPr/>
        </p:nvPicPr>
        <p:blipFill>
          <a:blip r:embed="rId151"/>
          <a:stretch>
            <a:fillRect/>
          </a:stretch>
        </p:blipFill>
        <p:spPr>
          <a:xfrm>
            <a:off x="7788917" y="3473690"/>
            <a:ext cx="24920" cy="49840"/>
          </a:xfrm>
          <a:prstGeom prst="rect">
            <a:avLst/>
          </a:prstGeom>
        </p:spPr>
      </p:pic>
      <p:pic>
        <p:nvPicPr>
          <p:cNvPr id="154" name="Image 152" descr="preencoded.png"/>
          <p:cNvPicPr>
            <a:picLocks noChangeAspect="1"/>
          </p:cNvPicPr>
          <p:nvPr/>
        </p:nvPicPr>
        <p:blipFill>
          <a:blip r:embed="rId152"/>
          <a:stretch>
            <a:fillRect/>
          </a:stretch>
        </p:blipFill>
        <p:spPr>
          <a:xfrm>
            <a:off x="7875887" y="3861446"/>
            <a:ext cx="58147" cy="24920"/>
          </a:xfrm>
          <a:prstGeom prst="rect">
            <a:avLst/>
          </a:prstGeom>
        </p:spPr>
      </p:pic>
      <p:pic>
        <p:nvPicPr>
          <p:cNvPr id="155" name="Image 153" descr="preencoded.png"/>
          <p:cNvPicPr>
            <a:picLocks noChangeAspect="1"/>
          </p:cNvPicPr>
          <p:nvPr/>
        </p:nvPicPr>
        <p:blipFill>
          <a:blip r:embed="rId153"/>
          <a:stretch>
            <a:fillRect/>
          </a:stretch>
        </p:blipFill>
        <p:spPr>
          <a:xfrm>
            <a:off x="8396965" y="3471115"/>
            <a:ext cx="24920" cy="49840"/>
          </a:xfrm>
          <a:prstGeom prst="rect">
            <a:avLst/>
          </a:prstGeom>
        </p:spPr>
      </p:pic>
      <p:pic>
        <p:nvPicPr>
          <p:cNvPr id="156" name="Image 154" descr="preencoded.png"/>
          <p:cNvPicPr>
            <a:picLocks noChangeAspect="1"/>
          </p:cNvPicPr>
          <p:nvPr/>
        </p:nvPicPr>
        <p:blipFill>
          <a:blip r:embed="rId154"/>
          <a:stretch>
            <a:fillRect/>
          </a:stretch>
        </p:blipFill>
        <p:spPr>
          <a:xfrm>
            <a:off x="8188385" y="3468872"/>
            <a:ext cx="16614" cy="58147"/>
          </a:xfrm>
          <a:prstGeom prst="rect">
            <a:avLst/>
          </a:prstGeom>
        </p:spPr>
      </p:pic>
      <p:pic>
        <p:nvPicPr>
          <p:cNvPr id="157" name="Image 155" descr="preencoded.png"/>
          <p:cNvPicPr>
            <a:picLocks noChangeAspect="1"/>
          </p:cNvPicPr>
          <p:nvPr/>
        </p:nvPicPr>
        <p:blipFill>
          <a:blip r:embed="rId155"/>
          <a:stretch>
            <a:fillRect/>
          </a:stretch>
        </p:blipFill>
        <p:spPr>
          <a:xfrm>
            <a:off x="7602598" y="3471115"/>
            <a:ext cx="16614" cy="49840"/>
          </a:xfrm>
          <a:prstGeom prst="rect">
            <a:avLst/>
          </a:prstGeom>
        </p:spPr>
      </p:pic>
      <p:pic>
        <p:nvPicPr>
          <p:cNvPr id="158" name="Image 156" descr="preencoded.png"/>
          <p:cNvPicPr>
            <a:picLocks noChangeAspect="1"/>
          </p:cNvPicPr>
          <p:nvPr/>
        </p:nvPicPr>
        <p:blipFill>
          <a:blip r:embed="rId156"/>
          <a:stretch>
            <a:fillRect/>
          </a:stretch>
        </p:blipFill>
        <p:spPr>
          <a:xfrm>
            <a:off x="7395413" y="3473191"/>
            <a:ext cx="16614" cy="49840"/>
          </a:xfrm>
          <a:prstGeom prst="rect">
            <a:avLst/>
          </a:prstGeom>
        </p:spPr>
      </p:pic>
      <p:pic>
        <p:nvPicPr>
          <p:cNvPr id="159" name="Image 157" descr="preencoded.png"/>
          <p:cNvPicPr>
            <a:picLocks noChangeAspect="1"/>
          </p:cNvPicPr>
          <p:nvPr/>
        </p:nvPicPr>
        <p:blipFill>
          <a:blip r:embed="rId157"/>
          <a:stretch>
            <a:fillRect/>
          </a:stretch>
        </p:blipFill>
        <p:spPr>
          <a:xfrm>
            <a:off x="8752274" y="3473441"/>
            <a:ext cx="24920" cy="49840"/>
          </a:xfrm>
          <a:prstGeom prst="rect">
            <a:avLst/>
          </a:prstGeom>
        </p:spPr>
      </p:pic>
      <p:pic>
        <p:nvPicPr>
          <p:cNvPr id="160" name="Image 158" descr="preencoded.png"/>
          <p:cNvPicPr>
            <a:picLocks noChangeAspect="1"/>
          </p:cNvPicPr>
          <p:nvPr/>
        </p:nvPicPr>
        <p:blipFill>
          <a:blip r:embed="rId158"/>
          <a:stretch>
            <a:fillRect/>
          </a:stretch>
        </p:blipFill>
        <p:spPr>
          <a:xfrm>
            <a:off x="8634537" y="3589569"/>
            <a:ext cx="49840" cy="16614"/>
          </a:xfrm>
          <a:prstGeom prst="rect">
            <a:avLst/>
          </a:prstGeom>
        </p:spPr>
      </p:pic>
      <p:pic>
        <p:nvPicPr>
          <p:cNvPr id="161" name="Image 159" descr="preencoded.png"/>
          <p:cNvPicPr>
            <a:picLocks noChangeAspect="1"/>
          </p:cNvPicPr>
          <p:nvPr/>
        </p:nvPicPr>
        <p:blipFill>
          <a:blip r:embed="rId159"/>
          <a:stretch>
            <a:fillRect/>
          </a:stretch>
        </p:blipFill>
        <p:spPr>
          <a:xfrm>
            <a:off x="8547898" y="3471198"/>
            <a:ext cx="16614" cy="49840"/>
          </a:xfrm>
          <a:prstGeom prst="rect">
            <a:avLst/>
          </a:prstGeom>
        </p:spPr>
      </p:pic>
      <p:pic>
        <p:nvPicPr>
          <p:cNvPr id="162" name="Image 160" descr="preencoded.png"/>
          <p:cNvPicPr>
            <a:picLocks noChangeAspect="1"/>
          </p:cNvPicPr>
          <p:nvPr/>
        </p:nvPicPr>
        <p:blipFill>
          <a:blip r:embed="rId160"/>
          <a:stretch>
            <a:fillRect/>
          </a:stretch>
        </p:blipFill>
        <p:spPr>
          <a:xfrm>
            <a:off x="7074707" y="3473358"/>
            <a:ext cx="16614" cy="49840"/>
          </a:xfrm>
          <a:prstGeom prst="rect">
            <a:avLst/>
          </a:prstGeom>
        </p:spPr>
      </p:pic>
      <p:pic>
        <p:nvPicPr>
          <p:cNvPr id="163" name="Image 161" descr="preencoded.png"/>
          <p:cNvPicPr>
            <a:picLocks noChangeAspect="1"/>
          </p:cNvPicPr>
          <p:nvPr/>
        </p:nvPicPr>
        <p:blipFill>
          <a:blip r:embed="rId161"/>
          <a:stretch>
            <a:fillRect/>
          </a:stretch>
        </p:blipFill>
        <p:spPr>
          <a:xfrm>
            <a:off x="8630882" y="3862775"/>
            <a:ext cx="58147" cy="16614"/>
          </a:xfrm>
          <a:prstGeom prst="rect">
            <a:avLst/>
          </a:prstGeom>
        </p:spPr>
      </p:pic>
      <p:pic>
        <p:nvPicPr>
          <p:cNvPr id="164" name="Image 162" descr="preencoded.png"/>
          <p:cNvPicPr>
            <a:picLocks noChangeAspect="1"/>
          </p:cNvPicPr>
          <p:nvPr/>
        </p:nvPicPr>
        <p:blipFill>
          <a:blip r:embed="rId162"/>
          <a:stretch>
            <a:fillRect/>
          </a:stretch>
        </p:blipFill>
        <p:spPr>
          <a:xfrm>
            <a:off x="8762543" y="3947088"/>
            <a:ext cx="16614" cy="49840"/>
          </a:xfrm>
          <a:prstGeom prst="rect">
            <a:avLst/>
          </a:prstGeom>
        </p:spPr>
      </p:pic>
      <p:pic>
        <p:nvPicPr>
          <p:cNvPr id="165" name="Image 163" descr="preencoded.png"/>
          <p:cNvPicPr>
            <a:picLocks noChangeAspect="1"/>
          </p:cNvPicPr>
          <p:nvPr/>
        </p:nvPicPr>
        <p:blipFill>
          <a:blip r:embed="rId163"/>
          <a:stretch>
            <a:fillRect/>
          </a:stretch>
        </p:blipFill>
        <p:spPr>
          <a:xfrm>
            <a:off x="9095392" y="3471779"/>
            <a:ext cx="16614" cy="49840"/>
          </a:xfrm>
          <a:prstGeom prst="rect">
            <a:avLst/>
          </a:prstGeom>
        </p:spPr>
      </p:pic>
      <p:pic>
        <p:nvPicPr>
          <p:cNvPr id="166" name="Image 164" descr="preencoded.png"/>
          <p:cNvPicPr>
            <a:picLocks noChangeAspect="1"/>
          </p:cNvPicPr>
          <p:nvPr/>
        </p:nvPicPr>
        <p:blipFill>
          <a:blip r:embed="rId164"/>
          <a:stretch>
            <a:fillRect/>
          </a:stretch>
        </p:blipFill>
        <p:spPr>
          <a:xfrm>
            <a:off x="8889553" y="3472527"/>
            <a:ext cx="24920" cy="49840"/>
          </a:xfrm>
          <a:prstGeom prst="rect">
            <a:avLst/>
          </a:prstGeom>
        </p:spPr>
      </p:pic>
      <p:pic>
        <p:nvPicPr>
          <p:cNvPr id="167" name="Image 165" descr="preencoded.png"/>
          <p:cNvPicPr>
            <a:picLocks noChangeAspect="1"/>
          </p:cNvPicPr>
          <p:nvPr/>
        </p:nvPicPr>
        <p:blipFill>
          <a:blip r:embed="rId165"/>
          <a:stretch>
            <a:fillRect/>
          </a:stretch>
        </p:blipFill>
        <p:spPr>
          <a:xfrm>
            <a:off x="9434969" y="3470949"/>
            <a:ext cx="16614" cy="49840"/>
          </a:xfrm>
          <a:prstGeom prst="rect">
            <a:avLst/>
          </a:prstGeom>
        </p:spPr>
      </p:pic>
      <p:pic>
        <p:nvPicPr>
          <p:cNvPr id="168" name="Image 166" descr="preencoded.png"/>
          <p:cNvPicPr>
            <a:picLocks noChangeAspect="1"/>
          </p:cNvPicPr>
          <p:nvPr/>
        </p:nvPicPr>
        <p:blipFill>
          <a:blip r:embed="rId166"/>
          <a:stretch>
            <a:fillRect/>
          </a:stretch>
        </p:blipFill>
        <p:spPr>
          <a:xfrm>
            <a:off x="9227883" y="3473109"/>
            <a:ext cx="24920" cy="49840"/>
          </a:xfrm>
          <a:prstGeom prst="rect">
            <a:avLst/>
          </a:prstGeom>
        </p:spPr>
      </p:pic>
      <p:pic>
        <p:nvPicPr>
          <p:cNvPr id="169" name="Image 167" descr="preencoded.png"/>
          <p:cNvPicPr>
            <a:picLocks noChangeAspect="1"/>
          </p:cNvPicPr>
          <p:nvPr/>
        </p:nvPicPr>
        <p:blipFill>
          <a:blip r:embed="rId167"/>
          <a:stretch>
            <a:fillRect/>
          </a:stretch>
        </p:blipFill>
        <p:spPr>
          <a:xfrm>
            <a:off x="9316765" y="3382731"/>
            <a:ext cx="49840" cy="16614"/>
          </a:xfrm>
          <a:prstGeom prst="rect">
            <a:avLst/>
          </a:prstGeom>
        </p:spPr>
      </p:pic>
      <p:pic>
        <p:nvPicPr>
          <p:cNvPr id="170" name="Image 168" descr="preencoded.png"/>
          <p:cNvPicPr>
            <a:picLocks noChangeAspect="1"/>
          </p:cNvPicPr>
          <p:nvPr/>
        </p:nvPicPr>
        <p:blipFill>
          <a:blip r:embed="rId168"/>
          <a:stretch>
            <a:fillRect/>
          </a:stretch>
        </p:blipFill>
        <p:spPr>
          <a:xfrm>
            <a:off x="9793154" y="3412968"/>
            <a:ext cx="49840" cy="166134"/>
          </a:xfrm>
          <a:prstGeom prst="rect">
            <a:avLst/>
          </a:prstGeom>
        </p:spPr>
      </p:pic>
      <p:pic>
        <p:nvPicPr>
          <p:cNvPr id="171" name="Image 169" descr="preencoded.png"/>
          <p:cNvPicPr>
            <a:picLocks noChangeAspect="1"/>
          </p:cNvPicPr>
          <p:nvPr/>
        </p:nvPicPr>
        <p:blipFill>
          <a:blip r:embed="rId169"/>
          <a:stretch>
            <a:fillRect/>
          </a:stretch>
        </p:blipFill>
        <p:spPr>
          <a:xfrm>
            <a:off x="9708508" y="3590067"/>
            <a:ext cx="49840" cy="16614"/>
          </a:xfrm>
          <a:prstGeom prst="rect">
            <a:avLst/>
          </a:prstGeom>
        </p:spPr>
      </p:pic>
      <p:pic>
        <p:nvPicPr>
          <p:cNvPr id="172" name="Image 170" descr="preencoded.png"/>
          <p:cNvPicPr>
            <a:picLocks noChangeAspect="1"/>
          </p:cNvPicPr>
          <p:nvPr/>
        </p:nvPicPr>
        <p:blipFill>
          <a:blip r:embed="rId170"/>
          <a:stretch>
            <a:fillRect/>
          </a:stretch>
        </p:blipFill>
        <p:spPr>
          <a:xfrm>
            <a:off x="9621454" y="3468208"/>
            <a:ext cx="16614" cy="58147"/>
          </a:xfrm>
          <a:prstGeom prst="rect">
            <a:avLst/>
          </a:prstGeom>
        </p:spPr>
      </p:pic>
      <p:pic>
        <p:nvPicPr>
          <p:cNvPr id="173" name="Image 171" descr="preencoded.png"/>
          <p:cNvPicPr>
            <a:picLocks noChangeAspect="1"/>
          </p:cNvPicPr>
          <p:nvPr/>
        </p:nvPicPr>
        <p:blipFill>
          <a:blip r:embed="rId171"/>
          <a:stretch>
            <a:fillRect/>
          </a:stretch>
        </p:blipFill>
        <p:spPr>
          <a:xfrm>
            <a:off x="9791243" y="2843794"/>
            <a:ext cx="58147" cy="166134"/>
          </a:xfrm>
          <a:prstGeom prst="rect">
            <a:avLst/>
          </a:prstGeom>
        </p:spPr>
      </p:pic>
      <p:pic>
        <p:nvPicPr>
          <p:cNvPr id="174" name="Image 172" descr="preencoded.png"/>
          <p:cNvPicPr>
            <a:picLocks noChangeAspect="1"/>
          </p:cNvPicPr>
          <p:nvPr/>
        </p:nvPicPr>
        <p:blipFill>
          <a:blip r:embed="rId172"/>
          <a:stretch>
            <a:fillRect/>
          </a:stretch>
        </p:blipFill>
        <p:spPr>
          <a:xfrm>
            <a:off x="9614347" y="2903187"/>
            <a:ext cx="24920" cy="49840"/>
          </a:xfrm>
          <a:prstGeom prst="rect">
            <a:avLst/>
          </a:prstGeom>
        </p:spPr>
      </p:pic>
      <p:pic>
        <p:nvPicPr>
          <p:cNvPr id="175" name="Image 173" descr="preencoded.png"/>
          <p:cNvPicPr>
            <a:picLocks noChangeAspect="1"/>
          </p:cNvPicPr>
          <p:nvPr/>
        </p:nvPicPr>
        <p:blipFill>
          <a:blip r:embed="rId173"/>
          <a:stretch>
            <a:fillRect/>
          </a:stretch>
        </p:blipFill>
        <p:spPr>
          <a:xfrm>
            <a:off x="9822642" y="3469786"/>
            <a:ext cx="215974" cy="49840"/>
          </a:xfrm>
          <a:prstGeom prst="rect">
            <a:avLst/>
          </a:prstGeom>
        </p:spPr>
      </p:pic>
      <p:pic>
        <p:nvPicPr>
          <p:cNvPr id="176" name="Image 174" descr="preencoded.png"/>
          <p:cNvPicPr>
            <a:picLocks noChangeAspect="1"/>
          </p:cNvPicPr>
          <p:nvPr/>
        </p:nvPicPr>
        <p:blipFill>
          <a:blip r:embed="rId174"/>
          <a:stretch>
            <a:fillRect/>
          </a:stretch>
        </p:blipFill>
        <p:spPr>
          <a:xfrm>
            <a:off x="9686413" y="3864686"/>
            <a:ext cx="74760" cy="16614"/>
          </a:xfrm>
          <a:prstGeom prst="rect">
            <a:avLst/>
          </a:prstGeom>
        </p:spPr>
      </p:pic>
      <p:pic>
        <p:nvPicPr>
          <p:cNvPr id="177" name="Image 175" descr="preencoded.png"/>
          <p:cNvPicPr>
            <a:picLocks noChangeAspect="1"/>
          </p:cNvPicPr>
          <p:nvPr/>
        </p:nvPicPr>
        <p:blipFill>
          <a:blip r:embed="rId175"/>
          <a:stretch>
            <a:fillRect/>
          </a:stretch>
        </p:blipFill>
        <p:spPr>
          <a:xfrm>
            <a:off x="9830368" y="2930184"/>
            <a:ext cx="149520" cy="16614"/>
          </a:xfrm>
          <a:prstGeom prst="rect">
            <a:avLst/>
          </a:prstGeom>
        </p:spPr>
      </p:pic>
      <p:pic>
        <p:nvPicPr>
          <p:cNvPr id="178" name="Image 176" descr="preencoded.png"/>
          <p:cNvPicPr>
            <a:picLocks noChangeAspect="1"/>
          </p:cNvPicPr>
          <p:nvPr/>
        </p:nvPicPr>
        <p:blipFill>
          <a:blip r:embed="rId176"/>
          <a:stretch>
            <a:fillRect/>
          </a:stretch>
        </p:blipFill>
        <p:spPr>
          <a:xfrm>
            <a:off x="9826297" y="2899615"/>
            <a:ext cx="207668" cy="24920"/>
          </a:xfrm>
          <a:prstGeom prst="rect">
            <a:avLst/>
          </a:prstGeom>
        </p:spPr>
      </p:pic>
      <p:pic>
        <p:nvPicPr>
          <p:cNvPr id="179" name="Image 177" descr="preencoded.png"/>
          <p:cNvPicPr>
            <a:picLocks noChangeAspect="1"/>
          </p:cNvPicPr>
          <p:nvPr/>
        </p:nvPicPr>
        <p:blipFill>
          <a:blip r:embed="rId177"/>
          <a:stretch>
            <a:fillRect/>
          </a:stretch>
        </p:blipFill>
        <p:spPr>
          <a:xfrm>
            <a:off x="10191127" y="3411306"/>
            <a:ext cx="41534" cy="166134"/>
          </a:xfrm>
          <a:prstGeom prst="rect">
            <a:avLst/>
          </a:prstGeom>
        </p:spPr>
      </p:pic>
      <p:pic>
        <p:nvPicPr>
          <p:cNvPr id="180" name="Image 178" descr="preencoded.png"/>
          <p:cNvPicPr>
            <a:picLocks noChangeAspect="1"/>
          </p:cNvPicPr>
          <p:nvPr/>
        </p:nvPicPr>
        <p:blipFill>
          <a:blip r:embed="rId178"/>
          <a:stretch>
            <a:fillRect/>
          </a:stretch>
        </p:blipFill>
        <p:spPr>
          <a:xfrm>
            <a:off x="10021754" y="3415128"/>
            <a:ext cx="41534" cy="157827"/>
          </a:xfrm>
          <a:prstGeom prst="rect">
            <a:avLst/>
          </a:prstGeom>
        </p:spPr>
      </p:pic>
      <p:pic>
        <p:nvPicPr>
          <p:cNvPr id="181" name="Image 179" descr="preencoded.png"/>
          <p:cNvPicPr>
            <a:picLocks noChangeAspect="1"/>
          </p:cNvPicPr>
          <p:nvPr/>
        </p:nvPicPr>
        <p:blipFill>
          <a:blip r:embed="rId179"/>
          <a:stretch>
            <a:fillRect/>
          </a:stretch>
        </p:blipFill>
        <p:spPr>
          <a:xfrm>
            <a:off x="9964936" y="2843129"/>
            <a:ext cx="99681" cy="166134"/>
          </a:xfrm>
          <a:prstGeom prst="rect">
            <a:avLst/>
          </a:prstGeom>
        </p:spPr>
      </p:pic>
      <p:pic>
        <p:nvPicPr>
          <p:cNvPr id="182" name="Image 180" descr="preencoded.png"/>
          <p:cNvPicPr>
            <a:picLocks noChangeAspect="1"/>
          </p:cNvPicPr>
          <p:nvPr/>
        </p:nvPicPr>
        <p:blipFill>
          <a:blip r:embed="rId180"/>
          <a:stretch>
            <a:fillRect/>
          </a:stretch>
        </p:blipFill>
        <p:spPr>
          <a:xfrm>
            <a:off x="10219536" y="3503262"/>
            <a:ext cx="207668" cy="16614"/>
          </a:xfrm>
          <a:prstGeom prst="rect">
            <a:avLst/>
          </a:prstGeom>
        </p:spPr>
      </p:pic>
      <p:pic>
        <p:nvPicPr>
          <p:cNvPr id="183" name="Image 181" descr="preencoded.png"/>
          <p:cNvPicPr>
            <a:picLocks noChangeAspect="1"/>
          </p:cNvPicPr>
          <p:nvPr/>
        </p:nvPicPr>
        <p:blipFill>
          <a:blip r:embed="rId181"/>
          <a:stretch>
            <a:fillRect/>
          </a:stretch>
        </p:blipFill>
        <p:spPr>
          <a:xfrm>
            <a:off x="10217044" y="3471115"/>
            <a:ext cx="215974" cy="16614"/>
          </a:xfrm>
          <a:prstGeom prst="rect">
            <a:avLst/>
          </a:prstGeom>
        </p:spPr>
      </p:pic>
      <p:pic>
        <p:nvPicPr>
          <p:cNvPr id="184" name="Image 182" descr="preencoded.png"/>
          <p:cNvPicPr>
            <a:picLocks noChangeAspect="1"/>
          </p:cNvPicPr>
          <p:nvPr/>
        </p:nvPicPr>
        <p:blipFill>
          <a:blip r:embed="rId182"/>
          <a:stretch>
            <a:fillRect/>
          </a:stretch>
        </p:blipFill>
        <p:spPr>
          <a:xfrm>
            <a:off x="10617622" y="3471696"/>
            <a:ext cx="24920" cy="49840"/>
          </a:xfrm>
          <a:prstGeom prst="rect">
            <a:avLst/>
          </a:prstGeom>
        </p:spPr>
      </p:pic>
      <p:pic>
        <p:nvPicPr>
          <p:cNvPr id="185" name="Image 183" descr="preencoded.png"/>
          <p:cNvPicPr>
            <a:picLocks noChangeAspect="1"/>
          </p:cNvPicPr>
          <p:nvPr/>
        </p:nvPicPr>
        <p:blipFill>
          <a:blip r:embed="rId183"/>
          <a:stretch>
            <a:fillRect/>
          </a:stretch>
        </p:blipFill>
        <p:spPr>
          <a:xfrm>
            <a:off x="10413912" y="3409313"/>
            <a:ext cx="24920" cy="182747"/>
          </a:xfrm>
          <a:prstGeom prst="rect">
            <a:avLst/>
          </a:prstGeom>
        </p:spPr>
      </p:pic>
      <p:pic>
        <p:nvPicPr>
          <p:cNvPr id="186" name="Image 184" descr="preencoded.png"/>
          <p:cNvPicPr>
            <a:picLocks noChangeAspect="1"/>
          </p:cNvPicPr>
          <p:nvPr/>
        </p:nvPicPr>
        <p:blipFill>
          <a:blip r:embed="rId184"/>
          <a:stretch>
            <a:fillRect/>
          </a:stretch>
        </p:blipFill>
        <p:spPr>
          <a:xfrm>
            <a:off x="10620334" y="3504176"/>
            <a:ext cx="16614" cy="91373"/>
          </a:xfrm>
          <a:prstGeom prst="rect">
            <a:avLst/>
          </a:prstGeom>
        </p:spPr>
      </p:pic>
      <p:pic>
        <p:nvPicPr>
          <p:cNvPr id="187" name="Image 185" descr="preencoded.png"/>
          <p:cNvPicPr>
            <a:picLocks noChangeAspect="1"/>
          </p:cNvPicPr>
          <p:nvPr/>
        </p:nvPicPr>
        <p:blipFill>
          <a:blip r:embed="rId185"/>
          <a:stretch>
            <a:fillRect/>
          </a:stretch>
        </p:blipFill>
        <p:spPr>
          <a:xfrm>
            <a:off x="10619004" y="3126110"/>
            <a:ext cx="872202" cy="730989"/>
          </a:xfrm>
          <a:prstGeom prst="rect">
            <a:avLst/>
          </a:prstGeom>
        </p:spPr>
      </p:pic>
      <p:pic>
        <p:nvPicPr>
          <p:cNvPr id="188" name="Image 186" descr="preencoded.png"/>
          <p:cNvPicPr>
            <a:picLocks noChangeAspect="1"/>
          </p:cNvPicPr>
          <p:nvPr/>
        </p:nvPicPr>
        <p:blipFill>
          <a:blip r:embed="rId186"/>
          <a:stretch>
            <a:fillRect/>
          </a:stretch>
        </p:blipFill>
        <p:spPr>
          <a:xfrm>
            <a:off x="10621302" y="3071455"/>
            <a:ext cx="955269" cy="847282"/>
          </a:xfrm>
          <a:prstGeom prst="rect">
            <a:avLst/>
          </a:prstGeom>
        </p:spPr>
      </p:pic>
      <p:pic>
        <p:nvPicPr>
          <p:cNvPr id="189" name="Image 187" descr="preencoded.png"/>
          <p:cNvPicPr>
            <a:picLocks noChangeAspect="1"/>
          </p:cNvPicPr>
          <p:nvPr/>
        </p:nvPicPr>
        <p:blipFill>
          <a:blip r:embed="rId187"/>
          <a:stretch>
            <a:fillRect/>
          </a:stretch>
        </p:blipFill>
        <p:spPr>
          <a:xfrm>
            <a:off x="5329022" y="4286320"/>
            <a:ext cx="265814" cy="274121"/>
          </a:xfrm>
          <a:prstGeom prst="rect">
            <a:avLst/>
          </a:prstGeom>
        </p:spPr>
      </p:pic>
      <p:sp>
        <p:nvSpPr>
          <p:cNvPr id="190" name="Shape 0"/>
          <p:cNvSpPr/>
          <p:nvPr/>
        </p:nvSpPr>
        <p:spPr>
          <a:xfrm>
            <a:off x="6086128" y="594675"/>
            <a:ext cx="20601" cy="5682438"/>
          </a:xfrm>
          <a:prstGeom prst="roundRect">
            <a:avLst/>
          </a:prstGeom>
          <a:solidFill>
            <a:srgbClr val="7D8890"/>
          </a:solidFill>
          <a:ln/>
        </p:spPr>
      </p:sp>
      <p:pic>
        <p:nvPicPr>
          <p:cNvPr id="191" name="Image 188" descr="preencoded.png"/>
          <p:cNvPicPr>
            <a:picLocks noChangeAspect="1"/>
          </p:cNvPicPr>
          <p:nvPr/>
        </p:nvPicPr>
        <p:blipFill>
          <a:blip r:embed="rId188"/>
          <a:stretch>
            <a:fillRect/>
          </a:stretch>
        </p:blipFill>
        <p:spPr>
          <a:xfrm>
            <a:off x="3359735" y="2008946"/>
            <a:ext cx="315654" cy="290734"/>
          </a:xfrm>
          <a:prstGeom prst="rect">
            <a:avLst/>
          </a:prstGeom>
        </p:spPr>
      </p:pic>
      <p:pic>
        <p:nvPicPr>
          <p:cNvPr id="192" name="Image 189" descr="preencoded.png"/>
          <p:cNvPicPr>
            <a:picLocks noChangeAspect="1"/>
          </p:cNvPicPr>
          <p:nvPr/>
        </p:nvPicPr>
        <p:blipFill>
          <a:blip r:embed="rId189"/>
          <a:stretch>
            <a:fillRect/>
          </a:stretch>
        </p:blipFill>
        <p:spPr>
          <a:xfrm>
            <a:off x="2095658" y="2016847"/>
            <a:ext cx="373801" cy="290734"/>
          </a:xfrm>
          <a:prstGeom prst="rect">
            <a:avLst/>
          </a:prstGeom>
        </p:spPr>
      </p:pic>
      <p:pic>
        <p:nvPicPr>
          <p:cNvPr id="193" name="Image 190" descr="preencoded.png"/>
          <p:cNvPicPr>
            <a:picLocks noChangeAspect="1"/>
          </p:cNvPicPr>
          <p:nvPr/>
        </p:nvPicPr>
        <p:blipFill>
          <a:blip r:embed="rId190"/>
          <a:stretch>
            <a:fillRect/>
          </a:stretch>
        </p:blipFill>
        <p:spPr>
          <a:xfrm>
            <a:off x="4749123" y="2319310"/>
            <a:ext cx="265814" cy="249201"/>
          </a:xfrm>
          <a:prstGeom prst="rect">
            <a:avLst/>
          </a:prstGeom>
        </p:spPr>
      </p:pic>
      <p:pic>
        <p:nvPicPr>
          <p:cNvPr id="194" name="Image 191" descr="preencoded.png"/>
          <p:cNvPicPr>
            <a:picLocks noChangeAspect="1"/>
          </p:cNvPicPr>
          <p:nvPr/>
        </p:nvPicPr>
        <p:blipFill>
          <a:blip r:embed="rId191"/>
          <a:stretch>
            <a:fillRect/>
          </a:stretch>
        </p:blipFill>
        <p:spPr>
          <a:xfrm>
            <a:off x="2178083" y="2336378"/>
            <a:ext cx="207668" cy="207668"/>
          </a:xfrm>
          <a:prstGeom prst="rect">
            <a:avLst/>
          </a:prstGeom>
        </p:spPr>
      </p:pic>
      <p:pic>
        <p:nvPicPr>
          <p:cNvPr id="195" name="Image 192" descr="preencoded.png"/>
          <p:cNvPicPr>
            <a:picLocks noChangeAspect="1"/>
          </p:cNvPicPr>
          <p:nvPr/>
        </p:nvPicPr>
        <p:blipFill>
          <a:blip r:embed="rId192"/>
          <a:stretch>
            <a:fillRect/>
          </a:stretch>
        </p:blipFill>
        <p:spPr>
          <a:xfrm>
            <a:off x="3873311" y="2335601"/>
            <a:ext cx="207668" cy="215974"/>
          </a:xfrm>
          <a:prstGeom prst="rect">
            <a:avLst/>
          </a:prstGeom>
        </p:spPr>
      </p:pic>
      <p:pic>
        <p:nvPicPr>
          <p:cNvPr id="196" name="Image 193" descr="preencoded.png"/>
          <p:cNvPicPr>
            <a:picLocks noChangeAspect="1"/>
          </p:cNvPicPr>
          <p:nvPr/>
        </p:nvPicPr>
        <p:blipFill>
          <a:blip r:embed="rId193"/>
          <a:stretch>
            <a:fillRect/>
          </a:stretch>
        </p:blipFill>
        <p:spPr>
          <a:xfrm>
            <a:off x="4492740" y="2337667"/>
            <a:ext cx="207668" cy="207668"/>
          </a:xfrm>
          <a:prstGeom prst="rect">
            <a:avLst/>
          </a:prstGeom>
        </p:spPr>
      </p:pic>
      <p:pic>
        <p:nvPicPr>
          <p:cNvPr id="197" name="Image 194" descr="preencoded.png"/>
          <p:cNvPicPr>
            <a:picLocks noChangeAspect="1"/>
          </p:cNvPicPr>
          <p:nvPr/>
        </p:nvPicPr>
        <p:blipFill>
          <a:blip r:embed="rId194"/>
          <a:stretch>
            <a:fillRect/>
          </a:stretch>
        </p:blipFill>
        <p:spPr>
          <a:xfrm>
            <a:off x="2719429" y="2338747"/>
            <a:ext cx="207668" cy="207668"/>
          </a:xfrm>
          <a:prstGeom prst="rect">
            <a:avLst/>
          </a:prstGeom>
        </p:spPr>
      </p:pic>
      <p:pic>
        <p:nvPicPr>
          <p:cNvPr id="198" name="Image 195" descr="preencoded.png"/>
          <p:cNvPicPr>
            <a:picLocks noChangeAspect="1"/>
          </p:cNvPicPr>
          <p:nvPr/>
        </p:nvPicPr>
        <p:blipFill>
          <a:blip r:embed="rId195"/>
          <a:stretch>
            <a:fillRect/>
          </a:stretch>
        </p:blipFill>
        <p:spPr>
          <a:xfrm>
            <a:off x="3413204" y="2338714"/>
            <a:ext cx="207668" cy="207668"/>
          </a:xfrm>
          <a:prstGeom prst="rect">
            <a:avLst/>
          </a:prstGeom>
        </p:spPr>
      </p:pic>
      <p:pic>
        <p:nvPicPr>
          <p:cNvPr id="199" name="Image 196" descr="preencoded.png"/>
          <p:cNvPicPr>
            <a:picLocks noChangeAspect="1"/>
          </p:cNvPicPr>
          <p:nvPr/>
        </p:nvPicPr>
        <p:blipFill>
          <a:blip r:embed="rId196"/>
          <a:stretch>
            <a:fillRect/>
          </a:stretch>
        </p:blipFill>
        <p:spPr>
          <a:xfrm>
            <a:off x="3613062" y="2419737"/>
            <a:ext cx="274121" cy="49840"/>
          </a:xfrm>
          <a:prstGeom prst="rect">
            <a:avLst/>
          </a:prstGeom>
        </p:spPr>
      </p:pic>
      <p:pic>
        <p:nvPicPr>
          <p:cNvPr id="200" name="Image 197" descr="preencoded.png"/>
          <p:cNvPicPr>
            <a:picLocks noChangeAspect="1"/>
          </p:cNvPicPr>
          <p:nvPr/>
        </p:nvPicPr>
        <p:blipFill>
          <a:blip r:embed="rId197"/>
          <a:stretch>
            <a:fillRect/>
          </a:stretch>
        </p:blipFill>
        <p:spPr>
          <a:xfrm>
            <a:off x="2375221" y="2421150"/>
            <a:ext cx="1046642" cy="41534"/>
          </a:xfrm>
          <a:prstGeom prst="rect">
            <a:avLst/>
          </a:prstGeom>
        </p:spPr>
      </p:pic>
      <p:pic>
        <p:nvPicPr>
          <p:cNvPr id="201" name="Image 198" descr="preencoded.png"/>
          <p:cNvPicPr>
            <a:picLocks noChangeAspect="1"/>
          </p:cNvPicPr>
          <p:nvPr/>
        </p:nvPicPr>
        <p:blipFill>
          <a:blip r:embed="rId198"/>
          <a:stretch>
            <a:fillRect/>
          </a:stretch>
        </p:blipFill>
        <p:spPr>
          <a:xfrm>
            <a:off x="4073668" y="2420901"/>
            <a:ext cx="431948" cy="49840"/>
          </a:xfrm>
          <a:prstGeom prst="rect">
            <a:avLst/>
          </a:prstGeom>
        </p:spPr>
      </p:pic>
      <p:pic>
        <p:nvPicPr>
          <p:cNvPr id="202" name="Image 199" descr="preencoded.png"/>
          <p:cNvPicPr>
            <a:picLocks noChangeAspect="1"/>
          </p:cNvPicPr>
          <p:nvPr/>
        </p:nvPicPr>
        <p:blipFill>
          <a:blip r:embed="rId199"/>
          <a:stretch>
            <a:fillRect/>
          </a:stretch>
        </p:blipFill>
        <p:spPr>
          <a:xfrm>
            <a:off x="1769808" y="2423392"/>
            <a:ext cx="2815966" cy="996802"/>
          </a:xfrm>
          <a:prstGeom prst="rect">
            <a:avLst/>
          </a:prstGeom>
        </p:spPr>
      </p:pic>
      <p:pic>
        <p:nvPicPr>
          <p:cNvPr id="203" name="Image 200" descr="preencoded.png"/>
          <p:cNvPicPr>
            <a:picLocks noChangeAspect="1"/>
          </p:cNvPicPr>
          <p:nvPr/>
        </p:nvPicPr>
        <p:blipFill>
          <a:blip r:embed="rId200"/>
          <a:stretch>
            <a:fillRect/>
          </a:stretch>
        </p:blipFill>
        <p:spPr>
          <a:xfrm>
            <a:off x="8140898" y="2491341"/>
            <a:ext cx="315654" cy="290734"/>
          </a:xfrm>
          <a:prstGeom prst="rect">
            <a:avLst/>
          </a:prstGeom>
        </p:spPr>
      </p:pic>
      <p:pic>
        <p:nvPicPr>
          <p:cNvPr id="204" name="Image 201" descr="preencoded.png"/>
          <p:cNvPicPr>
            <a:picLocks noChangeAspect="1"/>
          </p:cNvPicPr>
          <p:nvPr/>
        </p:nvPicPr>
        <p:blipFill>
          <a:blip r:embed="rId201"/>
          <a:stretch>
            <a:fillRect/>
          </a:stretch>
        </p:blipFill>
        <p:spPr>
          <a:xfrm>
            <a:off x="9572056" y="2491508"/>
            <a:ext cx="315654" cy="290734"/>
          </a:xfrm>
          <a:prstGeom prst="rect">
            <a:avLst/>
          </a:prstGeom>
        </p:spPr>
      </p:pic>
      <p:pic>
        <p:nvPicPr>
          <p:cNvPr id="205" name="Image 202" descr="preencoded.png"/>
          <p:cNvPicPr>
            <a:picLocks noChangeAspect="1"/>
          </p:cNvPicPr>
          <p:nvPr/>
        </p:nvPicPr>
        <p:blipFill>
          <a:blip r:embed="rId202"/>
          <a:stretch>
            <a:fillRect/>
          </a:stretch>
        </p:blipFill>
        <p:spPr>
          <a:xfrm>
            <a:off x="4966387" y="2512950"/>
            <a:ext cx="1005109" cy="1079869"/>
          </a:xfrm>
          <a:prstGeom prst="rect">
            <a:avLst/>
          </a:prstGeom>
        </p:spPr>
      </p:pic>
      <p:pic>
        <p:nvPicPr>
          <p:cNvPr id="206" name="Image 203" descr="preencoded.png"/>
          <p:cNvPicPr>
            <a:picLocks noChangeAspect="1"/>
          </p:cNvPicPr>
          <p:nvPr/>
        </p:nvPicPr>
        <p:blipFill>
          <a:blip r:embed="rId203"/>
          <a:stretch>
            <a:fillRect/>
          </a:stretch>
        </p:blipFill>
        <p:spPr>
          <a:xfrm>
            <a:off x="2255583" y="2531907"/>
            <a:ext cx="58147" cy="456868"/>
          </a:xfrm>
          <a:prstGeom prst="rect">
            <a:avLst/>
          </a:prstGeom>
        </p:spPr>
      </p:pic>
      <p:pic>
        <p:nvPicPr>
          <p:cNvPr id="207" name="Image 204" descr="preencoded.png"/>
          <p:cNvPicPr>
            <a:picLocks noChangeAspect="1"/>
          </p:cNvPicPr>
          <p:nvPr/>
        </p:nvPicPr>
        <p:blipFill>
          <a:blip r:embed="rId204"/>
          <a:stretch>
            <a:fillRect/>
          </a:stretch>
        </p:blipFill>
        <p:spPr>
          <a:xfrm>
            <a:off x="3955214" y="2535707"/>
            <a:ext cx="49840" cy="456868"/>
          </a:xfrm>
          <a:prstGeom prst="rect">
            <a:avLst/>
          </a:prstGeom>
        </p:spPr>
      </p:pic>
      <p:pic>
        <p:nvPicPr>
          <p:cNvPr id="208" name="Image 205" descr="preencoded.png"/>
          <p:cNvPicPr>
            <a:picLocks noChangeAspect="1"/>
          </p:cNvPicPr>
          <p:nvPr/>
        </p:nvPicPr>
        <p:blipFill>
          <a:blip r:embed="rId205"/>
          <a:stretch>
            <a:fillRect/>
          </a:stretch>
        </p:blipFill>
        <p:spPr>
          <a:xfrm>
            <a:off x="4573730" y="2538607"/>
            <a:ext cx="49840" cy="448561"/>
          </a:xfrm>
          <a:prstGeom prst="rect">
            <a:avLst/>
          </a:prstGeom>
        </p:spPr>
      </p:pic>
      <p:pic>
        <p:nvPicPr>
          <p:cNvPr id="209" name="Image 206" descr="preencoded.png"/>
          <p:cNvPicPr>
            <a:picLocks noChangeAspect="1"/>
          </p:cNvPicPr>
          <p:nvPr/>
        </p:nvPicPr>
        <p:blipFill>
          <a:blip r:embed="rId206"/>
          <a:stretch>
            <a:fillRect/>
          </a:stretch>
        </p:blipFill>
        <p:spPr>
          <a:xfrm>
            <a:off x="5042227" y="2586070"/>
            <a:ext cx="838976" cy="963576"/>
          </a:xfrm>
          <a:prstGeom prst="rect">
            <a:avLst/>
          </a:prstGeom>
        </p:spPr>
      </p:pic>
      <p:pic>
        <p:nvPicPr>
          <p:cNvPr id="210" name="Image 207" descr="preencoded.png"/>
          <p:cNvPicPr>
            <a:picLocks noChangeAspect="1"/>
          </p:cNvPicPr>
          <p:nvPr/>
        </p:nvPicPr>
        <p:blipFill>
          <a:blip r:embed="rId207"/>
          <a:stretch>
            <a:fillRect/>
          </a:stretch>
        </p:blipFill>
        <p:spPr>
          <a:xfrm>
            <a:off x="8194117" y="2817212"/>
            <a:ext cx="207668" cy="215974"/>
          </a:xfrm>
          <a:prstGeom prst="rect">
            <a:avLst/>
          </a:prstGeom>
        </p:spPr>
      </p:pic>
      <p:pic>
        <p:nvPicPr>
          <p:cNvPr id="211" name="Image 208" descr="preencoded.png"/>
          <p:cNvPicPr>
            <a:picLocks noChangeAspect="1"/>
          </p:cNvPicPr>
          <p:nvPr/>
        </p:nvPicPr>
        <p:blipFill>
          <a:blip r:embed="rId208"/>
          <a:stretch>
            <a:fillRect/>
          </a:stretch>
        </p:blipFill>
        <p:spPr>
          <a:xfrm>
            <a:off x="9618500" y="2802637"/>
            <a:ext cx="614694" cy="249201"/>
          </a:xfrm>
          <a:prstGeom prst="rect">
            <a:avLst/>
          </a:prstGeom>
        </p:spPr>
      </p:pic>
      <p:pic>
        <p:nvPicPr>
          <p:cNvPr id="212" name="Image 209" descr="preencoded.png"/>
          <p:cNvPicPr>
            <a:picLocks noChangeAspect="1"/>
          </p:cNvPicPr>
          <p:nvPr/>
        </p:nvPicPr>
        <p:blipFill>
          <a:blip r:embed="rId209"/>
          <a:stretch>
            <a:fillRect/>
          </a:stretch>
        </p:blipFill>
        <p:spPr>
          <a:xfrm>
            <a:off x="7881868" y="2906759"/>
            <a:ext cx="323961" cy="490095"/>
          </a:xfrm>
          <a:prstGeom prst="rect">
            <a:avLst/>
          </a:prstGeom>
        </p:spPr>
      </p:pic>
      <p:pic>
        <p:nvPicPr>
          <p:cNvPr id="213" name="Image 210" descr="preencoded.png"/>
          <p:cNvPicPr>
            <a:picLocks noChangeAspect="1"/>
          </p:cNvPicPr>
          <p:nvPr/>
        </p:nvPicPr>
        <p:blipFill>
          <a:blip r:embed="rId210"/>
          <a:stretch>
            <a:fillRect/>
          </a:stretch>
        </p:blipFill>
        <p:spPr>
          <a:xfrm>
            <a:off x="9320918" y="2903177"/>
            <a:ext cx="307347" cy="490095"/>
          </a:xfrm>
          <a:prstGeom prst="rect">
            <a:avLst/>
          </a:prstGeom>
        </p:spPr>
      </p:pic>
      <p:pic>
        <p:nvPicPr>
          <p:cNvPr id="214" name="Image 211" descr="preencoded.png"/>
          <p:cNvPicPr>
            <a:picLocks noChangeAspect="1"/>
          </p:cNvPicPr>
          <p:nvPr/>
        </p:nvPicPr>
        <p:blipFill>
          <a:blip r:embed="rId211"/>
          <a:stretch>
            <a:fillRect/>
          </a:stretch>
        </p:blipFill>
        <p:spPr>
          <a:xfrm>
            <a:off x="9795397" y="2934337"/>
            <a:ext cx="265814" cy="74760"/>
          </a:xfrm>
          <a:prstGeom prst="rect">
            <a:avLst/>
          </a:prstGeom>
        </p:spPr>
      </p:pic>
      <p:pic>
        <p:nvPicPr>
          <p:cNvPr id="215" name="Image 212" descr="preencoded.png"/>
          <p:cNvPicPr>
            <a:picLocks noChangeAspect="1"/>
          </p:cNvPicPr>
          <p:nvPr/>
        </p:nvPicPr>
        <p:blipFill>
          <a:blip r:embed="rId212"/>
          <a:stretch>
            <a:fillRect/>
          </a:stretch>
        </p:blipFill>
        <p:spPr>
          <a:xfrm>
            <a:off x="4617009" y="2974440"/>
            <a:ext cx="523321" cy="215974"/>
          </a:xfrm>
          <a:prstGeom prst="rect">
            <a:avLst/>
          </a:prstGeom>
        </p:spPr>
      </p:pic>
      <p:pic>
        <p:nvPicPr>
          <p:cNvPr id="216" name="Image 213" descr="preencoded.png"/>
          <p:cNvPicPr>
            <a:picLocks noChangeAspect="1"/>
          </p:cNvPicPr>
          <p:nvPr/>
        </p:nvPicPr>
        <p:blipFill>
          <a:blip r:embed="rId213"/>
          <a:stretch>
            <a:fillRect/>
          </a:stretch>
        </p:blipFill>
        <p:spPr>
          <a:xfrm>
            <a:off x="2177251" y="2980938"/>
            <a:ext cx="207668" cy="224280"/>
          </a:xfrm>
          <a:prstGeom prst="rect">
            <a:avLst/>
          </a:prstGeom>
        </p:spPr>
      </p:pic>
      <p:pic>
        <p:nvPicPr>
          <p:cNvPr id="217" name="Image 214" descr="preencoded.png"/>
          <p:cNvPicPr>
            <a:picLocks noChangeAspect="1"/>
          </p:cNvPicPr>
          <p:nvPr/>
        </p:nvPicPr>
        <p:blipFill>
          <a:blip r:embed="rId214"/>
          <a:stretch>
            <a:fillRect/>
          </a:stretch>
        </p:blipFill>
        <p:spPr>
          <a:xfrm>
            <a:off x="2721339" y="2979592"/>
            <a:ext cx="207668" cy="207668"/>
          </a:xfrm>
          <a:prstGeom prst="rect">
            <a:avLst/>
          </a:prstGeom>
        </p:spPr>
      </p:pic>
      <p:pic>
        <p:nvPicPr>
          <p:cNvPr id="218" name="Image 215" descr="preencoded.png"/>
          <p:cNvPicPr>
            <a:picLocks noChangeAspect="1"/>
          </p:cNvPicPr>
          <p:nvPr/>
        </p:nvPicPr>
        <p:blipFill>
          <a:blip r:embed="rId215"/>
          <a:stretch>
            <a:fillRect/>
          </a:stretch>
        </p:blipFill>
        <p:spPr>
          <a:xfrm>
            <a:off x="3874224" y="2980854"/>
            <a:ext cx="207668" cy="207668"/>
          </a:xfrm>
          <a:prstGeom prst="rect">
            <a:avLst/>
          </a:prstGeom>
        </p:spPr>
      </p:pic>
      <p:pic>
        <p:nvPicPr>
          <p:cNvPr id="219" name="Image 216" descr="preencoded.png"/>
          <p:cNvPicPr>
            <a:picLocks noChangeAspect="1"/>
          </p:cNvPicPr>
          <p:nvPr/>
        </p:nvPicPr>
        <p:blipFill>
          <a:blip r:embed="rId216"/>
          <a:stretch>
            <a:fillRect/>
          </a:stretch>
        </p:blipFill>
        <p:spPr>
          <a:xfrm>
            <a:off x="4494983" y="2981436"/>
            <a:ext cx="207668" cy="207668"/>
          </a:xfrm>
          <a:prstGeom prst="rect">
            <a:avLst/>
          </a:prstGeom>
        </p:spPr>
      </p:pic>
      <p:pic>
        <p:nvPicPr>
          <p:cNvPr id="220" name="Image 217" descr="preencoded.png"/>
          <p:cNvPicPr>
            <a:picLocks noChangeAspect="1"/>
          </p:cNvPicPr>
          <p:nvPr/>
        </p:nvPicPr>
        <p:blipFill>
          <a:blip r:embed="rId217"/>
          <a:stretch>
            <a:fillRect/>
          </a:stretch>
        </p:blipFill>
        <p:spPr>
          <a:xfrm>
            <a:off x="10625455" y="2994489"/>
            <a:ext cx="1046642" cy="963576"/>
          </a:xfrm>
          <a:prstGeom prst="rect">
            <a:avLst/>
          </a:prstGeom>
        </p:spPr>
      </p:pic>
      <p:pic>
        <p:nvPicPr>
          <p:cNvPr id="221" name="Image 218" descr="preencoded.png"/>
          <p:cNvPicPr>
            <a:picLocks noChangeAspect="1"/>
          </p:cNvPicPr>
          <p:nvPr/>
        </p:nvPicPr>
        <p:blipFill>
          <a:blip r:embed="rId218"/>
          <a:stretch>
            <a:fillRect/>
          </a:stretch>
        </p:blipFill>
        <p:spPr>
          <a:xfrm>
            <a:off x="4072452" y="3060515"/>
            <a:ext cx="431948" cy="49840"/>
          </a:xfrm>
          <a:prstGeom prst="rect">
            <a:avLst/>
          </a:prstGeom>
        </p:spPr>
      </p:pic>
      <p:pic>
        <p:nvPicPr>
          <p:cNvPr id="222" name="Image 219" descr="preencoded.png"/>
          <p:cNvPicPr>
            <a:picLocks noChangeAspect="1"/>
          </p:cNvPicPr>
          <p:nvPr/>
        </p:nvPicPr>
        <p:blipFill>
          <a:blip r:embed="rId219"/>
          <a:stretch>
            <a:fillRect/>
          </a:stretch>
        </p:blipFill>
        <p:spPr>
          <a:xfrm>
            <a:off x="2375163" y="3059318"/>
            <a:ext cx="1511817" cy="49840"/>
          </a:xfrm>
          <a:prstGeom prst="rect">
            <a:avLst/>
          </a:prstGeom>
        </p:spPr>
      </p:pic>
      <p:pic>
        <p:nvPicPr>
          <p:cNvPr id="223" name="Image 220" descr="preencoded.png"/>
          <p:cNvPicPr>
            <a:picLocks noChangeAspect="1"/>
          </p:cNvPicPr>
          <p:nvPr/>
        </p:nvPicPr>
        <p:blipFill>
          <a:blip r:embed="rId220"/>
          <a:stretch>
            <a:fillRect/>
          </a:stretch>
        </p:blipFill>
        <p:spPr>
          <a:xfrm>
            <a:off x="4692516" y="3062813"/>
            <a:ext cx="240894" cy="41534"/>
          </a:xfrm>
          <a:prstGeom prst="rect">
            <a:avLst/>
          </a:prstGeom>
        </p:spPr>
      </p:pic>
      <p:pic>
        <p:nvPicPr>
          <p:cNvPr id="224" name="Image 221" descr="preencoded.png"/>
          <p:cNvPicPr>
            <a:picLocks noChangeAspect="1"/>
          </p:cNvPicPr>
          <p:nvPr/>
        </p:nvPicPr>
        <p:blipFill>
          <a:blip r:embed="rId221"/>
          <a:stretch>
            <a:fillRect/>
          </a:stretch>
        </p:blipFill>
        <p:spPr>
          <a:xfrm>
            <a:off x="7319567" y="3072921"/>
            <a:ext cx="373801" cy="290734"/>
          </a:xfrm>
          <a:prstGeom prst="rect">
            <a:avLst/>
          </a:prstGeom>
        </p:spPr>
      </p:pic>
      <p:pic>
        <p:nvPicPr>
          <p:cNvPr id="225" name="Image 222" descr="preencoded.png"/>
          <p:cNvPicPr>
            <a:picLocks noChangeAspect="1"/>
          </p:cNvPicPr>
          <p:nvPr/>
        </p:nvPicPr>
        <p:blipFill>
          <a:blip r:embed="rId222"/>
          <a:stretch>
            <a:fillRect/>
          </a:stretch>
        </p:blipFill>
        <p:spPr>
          <a:xfrm>
            <a:off x="1853290" y="3076049"/>
            <a:ext cx="340574" cy="373801"/>
          </a:xfrm>
          <a:prstGeom prst="rect">
            <a:avLst/>
          </a:prstGeom>
        </p:spPr>
      </p:pic>
      <p:pic>
        <p:nvPicPr>
          <p:cNvPr id="226" name="Image 223" descr="preencoded.png"/>
          <p:cNvPicPr>
            <a:picLocks noChangeAspect="1"/>
          </p:cNvPicPr>
          <p:nvPr/>
        </p:nvPicPr>
        <p:blipFill>
          <a:blip r:embed="rId223"/>
          <a:stretch>
            <a:fillRect/>
          </a:stretch>
        </p:blipFill>
        <p:spPr>
          <a:xfrm>
            <a:off x="10623157" y="3075608"/>
            <a:ext cx="946962" cy="838976"/>
          </a:xfrm>
          <a:prstGeom prst="rect">
            <a:avLst/>
          </a:prstGeom>
        </p:spPr>
      </p:pic>
      <p:pic>
        <p:nvPicPr>
          <p:cNvPr id="227" name="Image 224" descr="preencoded.png"/>
          <p:cNvPicPr>
            <a:picLocks noChangeAspect="1"/>
          </p:cNvPicPr>
          <p:nvPr/>
        </p:nvPicPr>
        <p:blipFill>
          <a:blip r:embed="rId224"/>
          <a:stretch>
            <a:fillRect/>
          </a:stretch>
        </p:blipFill>
        <p:spPr>
          <a:xfrm>
            <a:off x="4626644" y="3094573"/>
            <a:ext cx="390414" cy="448561"/>
          </a:xfrm>
          <a:prstGeom prst="rect">
            <a:avLst/>
          </a:prstGeom>
        </p:spPr>
      </p:pic>
      <p:pic>
        <p:nvPicPr>
          <p:cNvPr id="228" name="Image 225" descr="preencoded.png"/>
          <p:cNvPicPr>
            <a:picLocks noChangeAspect="1"/>
          </p:cNvPicPr>
          <p:nvPr/>
        </p:nvPicPr>
        <p:blipFill>
          <a:blip r:embed="rId225"/>
          <a:stretch>
            <a:fillRect/>
          </a:stretch>
        </p:blipFill>
        <p:spPr>
          <a:xfrm>
            <a:off x="1807812" y="3097729"/>
            <a:ext cx="3330981" cy="988496"/>
          </a:xfrm>
          <a:prstGeom prst="rect">
            <a:avLst/>
          </a:prstGeom>
        </p:spPr>
      </p:pic>
      <p:pic>
        <p:nvPicPr>
          <p:cNvPr id="229" name="Image 226" descr="preencoded.png"/>
          <p:cNvPicPr>
            <a:picLocks noChangeAspect="1"/>
          </p:cNvPicPr>
          <p:nvPr/>
        </p:nvPicPr>
        <p:blipFill>
          <a:blip r:embed="rId226"/>
          <a:stretch>
            <a:fillRect/>
          </a:stretch>
        </p:blipFill>
        <p:spPr>
          <a:xfrm>
            <a:off x="10812966" y="3130263"/>
            <a:ext cx="672841" cy="722681"/>
          </a:xfrm>
          <a:prstGeom prst="rect">
            <a:avLst/>
          </a:prstGeom>
        </p:spPr>
      </p:pic>
      <p:pic>
        <p:nvPicPr>
          <p:cNvPr id="230" name="Image 227" descr="preencoded.png"/>
          <p:cNvPicPr>
            <a:picLocks noChangeAspect="1"/>
          </p:cNvPicPr>
          <p:nvPr/>
        </p:nvPicPr>
        <p:blipFill>
          <a:blip r:embed="rId227"/>
          <a:stretch>
            <a:fillRect/>
          </a:stretch>
        </p:blipFill>
        <p:spPr>
          <a:xfrm>
            <a:off x="2796764" y="3179716"/>
            <a:ext cx="58147" cy="822362"/>
          </a:xfrm>
          <a:prstGeom prst="rect">
            <a:avLst/>
          </a:prstGeom>
        </p:spPr>
      </p:pic>
      <p:pic>
        <p:nvPicPr>
          <p:cNvPr id="231" name="Image 228" descr="preencoded.png"/>
          <p:cNvPicPr>
            <a:picLocks noChangeAspect="1"/>
          </p:cNvPicPr>
          <p:nvPr/>
        </p:nvPicPr>
        <p:blipFill>
          <a:blip r:embed="rId228"/>
          <a:stretch>
            <a:fillRect/>
          </a:stretch>
        </p:blipFill>
        <p:spPr>
          <a:xfrm>
            <a:off x="4608020" y="3178055"/>
            <a:ext cx="357188" cy="838976"/>
          </a:xfrm>
          <a:prstGeom prst="rect">
            <a:avLst/>
          </a:prstGeom>
        </p:spPr>
      </p:pic>
      <p:pic>
        <p:nvPicPr>
          <p:cNvPr id="232" name="Image 229" descr="preencoded.png"/>
          <p:cNvPicPr>
            <a:picLocks noChangeAspect="1"/>
          </p:cNvPicPr>
          <p:nvPr/>
        </p:nvPicPr>
        <p:blipFill>
          <a:blip r:embed="rId229"/>
          <a:stretch>
            <a:fillRect/>
          </a:stretch>
        </p:blipFill>
        <p:spPr>
          <a:xfrm>
            <a:off x="3954384" y="3181128"/>
            <a:ext cx="49840" cy="290734"/>
          </a:xfrm>
          <a:prstGeom prst="rect">
            <a:avLst/>
          </a:prstGeom>
        </p:spPr>
      </p:pic>
      <p:pic>
        <p:nvPicPr>
          <p:cNvPr id="233" name="Image 230" descr="preencoded.png"/>
          <p:cNvPicPr>
            <a:picLocks noChangeAspect="1"/>
          </p:cNvPicPr>
          <p:nvPr/>
        </p:nvPicPr>
        <p:blipFill>
          <a:blip r:embed="rId230"/>
          <a:stretch>
            <a:fillRect/>
          </a:stretch>
        </p:blipFill>
        <p:spPr>
          <a:xfrm>
            <a:off x="4574644" y="3181626"/>
            <a:ext cx="49840" cy="822362"/>
          </a:xfrm>
          <a:prstGeom prst="rect">
            <a:avLst/>
          </a:prstGeom>
        </p:spPr>
      </p:pic>
      <p:pic>
        <p:nvPicPr>
          <p:cNvPr id="234" name="Image 231" descr="preencoded.png"/>
          <p:cNvPicPr>
            <a:picLocks noChangeAspect="1"/>
          </p:cNvPicPr>
          <p:nvPr/>
        </p:nvPicPr>
        <p:blipFill>
          <a:blip r:embed="rId231"/>
          <a:stretch>
            <a:fillRect/>
          </a:stretch>
        </p:blipFill>
        <p:spPr>
          <a:xfrm>
            <a:off x="5006343" y="3181793"/>
            <a:ext cx="41534" cy="282427"/>
          </a:xfrm>
          <a:prstGeom prst="rect">
            <a:avLst/>
          </a:prstGeom>
        </p:spPr>
      </p:pic>
      <p:pic>
        <p:nvPicPr>
          <p:cNvPr id="235" name="Image 232" descr="preencoded.png"/>
          <p:cNvPicPr>
            <a:picLocks noChangeAspect="1"/>
          </p:cNvPicPr>
          <p:nvPr/>
        </p:nvPicPr>
        <p:blipFill>
          <a:blip r:embed="rId232"/>
          <a:stretch>
            <a:fillRect/>
          </a:stretch>
        </p:blipFill>
        <p:spPr>
          <a:xfrm>
            <a:off x="6257246" y="3319185"/>
            <a:ext cx="830668" cy="357188"/>
          </a:xfrm>
          <a:prstGeom prst="rect">
            <a:avLst/>
          </a:prstGeom>
        </p:spPr>
      </p:pic>
      <p:pic>
        <p:nvPicPr>
          <p:cNvPr id="236" name="Image 233" descr="preencoded.png"/>
          <p:cNvPicPr>
            <a:picLocks noChangeAspect="1"/>
          </p:cNvPicPr>
          <p:nvPr/>
        </p:nvPicPr>
        <p:blipFill>
          <a:blip r:embed="rId233"/>
          <a:stretch>
            <a:fillRect/>
          </a:stretch>
        </p:blipFill>
        <p:spPr>
          <a:xfrm>
            <a:off x="592035" y="3320666"/>
            <a:ext cx="830668" cy="357188"/>
          </a:xfrm>
          <a:prstGeom prst="rect">
            <a:avLst/>
          </a:prstGeom>
        </p:spPr>
      </p:pic>
      <p:pic>
        <p:nvPicPr>
          <p:cNvPr id="237" name="Image 234" descr="preencoded.png"/>
          <p:cNvPicPr>
            <a:picLocks noChangeAspect="1"/>
          </p:cNvPicPr>
          <p:nvPr/>
        </p:nvPicPr>
        <p:blipFill>
          <a:blip r:embed="rId234"/>
          <a:stretch>
            <a:fillRect/>
          </a:stretch>
        </p:blipFill>
        <p:spPr>
          <a:xfrm>
            <a:off x="9232037" y="3386885"/>
            <a:ext cx="215974" cy="215974"/>
          </a:xfrm>
          <a:prstGeom prst="rect">
            <a:avLst/>
          </a:prstGeom>
        </p:spPr>
      </p:pic>
      <p:pic>
        <p:nvPicPr>
          <p:cNvPr id="238" name="Image 235" descr="preencoded.png"/>
          <p:cNvPicPr>
            <a:picLocks noChangeAspect="1"/>
          </p:cNvPicPr>
          <p:nvPr/>
        </p:nvPicPr>
        <p:blipFill>
          <a:blip r:embed="rId235"/>
          <a:stretch>
            <a:fillRect/>
          </a:stretch>
        </p:blipFill>
        <p:spPr>
          <a:xfrm>
            <a:off x="7793070" y="3387799"/>
            <a:ext cx="215974" cy="323961"/>
          </a:xfrm>
          <a:prstGeom prst="rect">
            <a:avLst/>
          </a:prstGeom>
        </p:spPr>
      </p:pic>
      <p:pic>
        <p:nvPicPr>
          <p:cNvPr id="239" name="Image 236" descr="preencoded.png"/>
          <p:cNvPicPr>
            <a:picLocks noChangeAspect="1"/>
          </p:cNvPicPr>
          <p:nvPr/>
        </p:nvPicPr>
        <p:blipFill>
          <a:blip r:embed="rId236"/>
          <a:stretch>
            <a:fillRect/>
          </a:stretch>
        </p:blipFill>
        <p:spPr>
          <a:xfrm>
            <a:off x="8552051" y="3386125"/>
            <a:ext cx="224280" cy="215974"/>
          </a:xfrm>
          <a:prstGeom prst="rect">
            <a:avLst/>
          </a:prstGeom>
        </p:spPr>
      </p:pic>
      <p:pic>
        <p:nvPicPr>
          <p:cNvPr id="240" name="Image 237" descr="preencoded.png"/>
          <p:cNvPicPr>
            <a:picLocks noChangeAspect="1"/>
          </p:cNvPicPr>
          <p:nvPr/>
        </p:nvPicPr>
        <p:blipFill>
          <a:blip r:embed="rId237"/>
          <a:stretch>
            <a:fillRect/>
          </a:stretch>
        </p:blipFill>
        <p:spPr>
          <a:xfrm>
            <a:off x="7399566" y="3382578"/>
            <a:ext cx="215974" cy="224280"/>
          </a:xfrm>
          <a:prstGeom prst="rect">
            <a:avLst/>
          </a:prstGeom>
        </p:spPr>
      </p:pic>
      <p:pic>
        <p:nvPicPr>
          <p:cNvPr id="241" name="Image 238" descr="preencoded.png"/>
          <p:cNvPicPr>
            <a:picLocks noChangeAspect="1"/>
          </p:cNvPicPr>
          <p:nvPr/>
        </p:nvPicPr>
        <p:blipFill>
          <a:blip r:embed="rId238"/>
          <a:stretch>
            <a:fillRect/>
          </a:stretch>
        </p:blipFill>
        <p:spPr>
          <a:xfrm>
            <a:off x="8893706" y="3390624"/>
            <a:ext cx="215974" cy="207668"/>
          </a:xfrm>
          <a:prstGeom prst="rect">
            <a:avLst/>
          </a:prstGeom>
        </p:spPr>
      </p:pic>
      <p:pic>
        <p:nvPicPr>
          <p:cNvPr id="242" name="Image 239" descr="preencoded.png"/>
          <p:cNvPicPr>
            <a:picLocks noChangeAspect="1"/>
          </p:cNvPicPr>
          <p:nvPr/>
        </p:nvPicPr>
        <p:blipFill>
          <a:blip r:embed="rId239"/>
          <a:stretch>
            <a:fillRect/>
          </a:stretch>
        </p:blipFill>
        <p:spPr>
          <a:xfrm>
            <a:off x="10025907" y="3375555"/>
            <a:ext cx="207668" cy="240894"/>
          </a:xfrm>
          <a:prstGeom prst="rect">
            <a:avLst/>
          </a:prstGeom>
        </p:spPr>
      </p:pic>
      <p:pic>
        <p:nvPicPr>
          <p:cNvPr id="243" name="Image 240" descr="preencoded.png"/>
          <p:cNvPicPr>
            <a:picLocks noChangeAspect="1"/>
          </p:cNvPicPr>
          <p:nvPr/>
        </p:nvPicPr>
        <p:blipFill>
          <a:blip r:embed="rId240"/>
          <a:stretch>
            <a:fillRect/>
          </a:stretch>
        </p:blipFill>
        <p:spPr>
          <a:xfrm>
            <a:off x="10418066" y="3390706"/>
            <a:ext cx="215974" cy="207668"/>
          </a:xfrm>
          <a:prstGeom prst="rect">
            <a:avLst/>
          </a:prstGeom>
        </p:spPr>
      </p:pic>
      <p:pic>
        <p:nvPicPr>
          <p:cNvPr id="244" name="Image 241" descr="preencoded.png"/>
          <p:cNvPicPr>
            <a:picLocks noChangeAspect="1"/>
          </p:cNvPicPr>
          <p:nvPr/>
        </p:nvPicPr>
        <p:blipFill>
          <a:blip r:embed="rId241"/>
          <a:stretch>
            <a:fillRect/>
          </a:stretch>
        </p:blipFill>
        <p:spPr>
          <a:xfrm>
            <a:off x="1695214" y="3391620"/>
            <a:ext cx="207668" cy="207668"/>
          </a:xfrm>
          <a:prstGeom prst="rect">
            <a:avLst/>
          </a:prstGeom>
        </p:spPr>
      </p:pic>
      <p:pic>
        <p:nvPicPr>
          <p:cNvPr id="245" name="Image 242" descr="preencoded.png"/>
          <p:cNvPicPr>
            <a:picLocks noChangeAspect="1"/>
          </p:cNvPicPr>
          <p:nvPr/>
        </p:nvPicPr>
        <p:blipFill>
          <a:blip r:embed="rId242"/>
          <a:stretch>
            <a:fillRect/>
          </a:stretch>
        </p:blipFill>
        <p:spPr>
          <a:xfrm>
            <a:off x="8192538" y="3389103"/>
            <a:ext cx="224280" cy="215974"/>
          </a:xfrm>
          <a:prstGeom prst="rect">
            <a:avLst/>
          </a:prstGeom>
        </p:spPr>
      </p:pic>
      <p:pic>
        <p:nvPicPr>
          <p:cNvPr id="246" name="Image 243" descr="preencoded.png"/>
          <p:cNvPicPr>
            <a:picLocks noChangeAspect="1"/>
          </p:cNvPicPr>
          <p:nvPr/>
        </p:nvPicPr>
        <p:blipFill>
          <a:blip r:embed="rId243"/>
          <a:stretch>
            <a:fillRect/>
          </a:stretch>
        </p:blipFill>
        <p:spPr>
          <a:xfrm>
            <a:off x="9625608" y="3390451"/>
            <a:ext cx="207668" cy="215974"/>
          </a:xfrm>
          <a:prstGeom prst="rect">
            <a:avLst/>
          </a:prstGeom>
        </p:spPr>
      </p:pic>
      <p:pic>
        <p:nvPicPr>
          <p:cNvPr id="247" name="Image 244" descr="preencoded.png"/>
          <p:cNvPicPr>
            <a:picLocks noChangeAspect="1"/>
          </p:cNvPicPr>
          <p:nvPr/>
        </p:nvPicPr>
        <p:blipFill>
          <a:blip r:embed="rId244"/>
          <a:stretch>
            <a:fillRect/>
          </a:stretch>
        </p:blipFill>
        <p:spPr>
          <a:xfrm>
            <a:off x="9797307" y="3412565"/>
            <a:ext cx="631308" cy="74760"/>
          </a:xfrm>
          <a:prstGeom prst="rect">
            <a:avLst/>
          </a:prstGeom>
        </p:spPr>
      </p:pic>
      <p:pic>
        <p:nvPicPr>
          <p:cNvPr id="248" name="Image 245" descr="preencoded.png"/>
          <p:cNvPicPr>
            <a:picLocks noChangeAspect="1"/>
          </p:cNvPicPr>
          <p:nvPr/>
        </p:nvPicPr>
        <p:blipFill>
          <a:blip r:embed="rId245"/>
          <a:stretch>
            <a:fillRect/>
          </a:stretch>
        </p:blipFill>
        <p:spPr>
          <a:xfrm>
            <a:off x="5359792" y="3450084"/>
            <a:ext cx="207668" cy="215974"/>
          </a:xfrm>
          <a:prstGeom prst="rect">
            <a:avLst/>
          </a:prstGeom>
        </p:spPr>
      </p:pic>
      <p:pic>
        <p:nvPicPr>
          <p:cNvPr id="249" name="Image 246" descr="preencoded.png"/>
          <p:cNvPicPr>
            <a:picLocks noChangeAspect="1"/>
          </p:cNvPicPr>
          <p:nvPr/>
        </p:nvPicPr>
        <p:blipFill>
          <a:blip r:embed="rId246"/>
          <a:stretch>
            <a:fillRect/>
          </a:stretch>
        </p:blipFill>
        <p:spPr>
          <a:xfrm>
            <a:off x="4920182" y="3455498"/>
            <a:ext cx="215974" cy="207668"/>
          </a:xfrm>
          <a:prstGeom prst="rect">
            <a:avLst/>
          </a:prstGeom>
        </p:spPr>
      </p:pic>
      <p:pic>
        <p:nvPicPr>
          <p:cNvPr id="250" name="Image 247" descr="preencoded.png"/>
          <p:cNvPicPr>
            <a:picLocks noChangeAspect="1"/>
          </p:cNvPicPr>
          <p:nvPr/>
        </p:nvPicPr>
        <p:blipFill>
          <a:blip r:embed="rId247"/>
          <a:stretch>
            <a:fillRect/>
          </a:stretch>
        </p:blipFill>
        <p:spPr>
          <a:xfrm>
            <a:off x="3865211" y="3457409"/>
            <a:ext cx="215974" cy="207668"/>
          </a:xfrm>
          <a:prstGeom prst="rect">
            <a:avLst/>
          </a:prstGeom>
        </p:spPr>
      </p:pic>
      <p:pic>
        <p:nvPicPr>
          <p:cNvPr id="251" name="Image 248" descr="preencoded.png"/>
          <p:cNvPicPr>
            <a:picLocks noChangeAspect="1"/>
          </p:cNvPicPr>
          <p:nvPr/>
        </p:nvPicPr>
        <p:blipFill>
          <a:blip r:embed="rId248"/>
          <a:stretch>
            <a:fillRect/>
          </a:stretch>
        </p:blipFill>
        <p:spPr>
          <a:xfrm>
            <a:off x="9439123" y="3472361"/>
            <a:ext cx="199360" cy="49840"/>
          </a:xfrm>
          <a:prstGeom prst="rect">
            <a:avLst/>
          </a:prstGeom>
        </p:spPr>
      </p:pic>
      <p:pic>
        <p:nvPicPr>
          <p:cNvPr id="252" name="Image 249" descr="preencoded.png"/>
          <p:cNvPicPr>
            <a:picLocks noChangeAspect="1"/>
          </p:cNvPicPr>
          <p:nvPr/>
        </p:nvPicPr>
        <p:blipFill>
          <a:blip r:embed="rId249"/>
          <a:stretch>
            <a:fillRect/>
          </a:stretch>
        </p:blipFill>
        <p:spPr>
          <a:xfrm>
            <a:off x="9826795" y="3473939"/>
            <a:ext cx="207668" cy="41534"/>
          </a:xfrm>
          <a:prstGeom prst="rect">
            <a:avLst/>
          </a:prstGeom>
        </p:spPr>
      </p:pic>
      <p:pic>
        <p:nvPicPr>
          <p:cNvPr id="253" name="Image 250" descr="preencoded.png"/>
          <p:cNvPicPr>
            <a:picLocks noChangeAspect="1"/>
          </p:cNvPicPr>
          <p:nvPr/>
        </p:nvPicPr>
        <p:blipFill>
          <a:blip r:embed="rId250"/>
          <a:stretch>
            <a:fillRect/>
          </a:stretch>
        </p:blipFill>
        <p:spPr>
          <a:xfrm>
            <a:off x="1413534" y="3475102"/>
            <a:ext cx="290734" cy="41534"/>
          </a:xfrm>
          <a:prstGeom prst="rect">
            <a:avLst/>
          </a:prstGeom>
        </p:spPr>
      </p:pic>
      <p:pic>
        <p:nvPicPr>
          <p:cNvPr id="254" name="Image 251" descr="preencoded.png"/>
          <p:cNvPicPr>
            <a:picLocks noChangeAspect="1"/>
          </p:cNvPicPr>
          <p:nvPr/>
        </p:nvPicPr>
        <p:blipFill>
          <a:blip r:embed="rId251"/>
          <a:stretch>
            <a:fillRect/>
          </a:stretch>
        </p:blipFill>
        <p:spPr>
          <a:xfrm>
            <a:off x="8000820" y="3473026"/>
            <a:ext cx="199360" cy="49840"/>
          </a:xfrm>
          <a:prstGeom prst="rect">
            <a:avLst/>
          </a:prstGeom>
        </p:spPr>
      </p:pic>
      <p:pic>
        <p:nvPicPr>
          <p:cNvPr id="255" name="Image 252" descr="preencoded.png"/>
          <p:cNvPicPr>
            <a:picLocks noChangeAspect="1"/>
          </p:cNvPicPr>
          <p:nvPr/>
        </p:nvPicPr>
        <p:blipFill>
          <a:blip r:embed="rId252"/>
          <a:stretch>
            <a:fillRect/>
          </a:stretch>
        </p:blipFill>
        <p:spPr>
          <a:xfrm>
            <a:off x="10221197" y="3475269"/>
            <a:ext cx="207668" cy="41534"/>
          </a:xfrm>
          <a:prstGeom prst="rect">
            <a:avLst/>
          </a:prstGeom>
        </p:spPr>
      </p:pic>
      <p:pic>
        <p:nvPicPr>
          <p:cNvPr id="256" name="Image 253" descr="preencoded.png"/>
          <p:cNvPicPr>
            <a:picLocks noChangeAspect="1"/>
          </p:cNvPicPr>
          <p:nvPr/>
        </p:nvPicPr>
        <p:blipFill>
          <a:blip r:embed="rId253"/>
          <a:stretch>
            <a:fillRect/>
          </a:stretch>
        </p:blipFill>
        <p:spPr>
          <a:xfrm>
            <a:off x="10621776" y="3475849"/>
            <a:ext cx="199360" cy="41534"/>
          </a:xfrm>
          <a:prstGeom prst="rect">
            <a:avLst/>
          </a:prstGeom>
        </p:spPr>
      </p:pic>
      <p:pic>
        <p:nvPicPr>
          <p:cNvPr id="257" name="Image 254" descr="preencoded.png"/>
          <p:cNvPicPr>
            <a:picLocks noChangeAspect="1"/>
          </p:cNvPicPr>
          <p:nvPr/>
        </p:nvPicPr>
        <p:blipFill>
          <a:blip r:embed="rId254"/>
          <a:stretch>
            <a:fillRect/>
          </a:stretch>
        </p:blipFill>
        <p:spPr>
          <a:xfrm>
            <a:off x="7078861" y="3477345"/>
            <a:ext cx="332267" cy="41534"/>
          </a:xfrm>
          <a:prstGeom prst="rect">
            <a:avLst/>
          </a:prstGeom>
        </p:spPr>
      </p:pic>
      <p:pic>
        <p:nvPicPr>
          <p:cNvPr id="258" name="Image 255" descr="preencoded.png"/>
          <p:cNvPicPr>
            <a:picLocks noChangeAspect="1"/>
          </p:cNvPicPr>
          <p:nvPr/>
        </p:nvPicPr>
        <p:blipFill>
          <a:blip r:embed="rId255"/>
          <a:stretch>
            <a:fillRect/>
          </a:stretch>
        </p:blipFill>
        <p:spPr>
          <a:xfrm>
            <a:off x="7606751" y="3475269"/>
            <a:ext cx="199360" cy="41534"/>
          </a:xfrm>
          <a:prstGeom prst="rect">
            <a:avLst/>
          </a:prstGeom>
        </p:spPr>
      </p:pic>
      <p:pic>
        <p:nvPicPr>
          <p:cNvPr id="259" name="Image 256" descr="preencoded.png"/>
          <p:cNvPicPr>
            <a:picLocks noChangeAspect="1"/>
          </p:cNvPicPr>
          <p:nvPr/>
        </p:nvPicPr>
        <p:blipFill>
          <a:blip r:embed="rId256"/>
          <a:stretch>
            <a:fillRect/>
          </a:stretch>
        </p:blipFill>
        <p:spPr>
          <a:xfrm>
            <a:off x="8401119" y="3475269"/>
            <a:ext cx="157827" cy="41534"/>
          </a:xfrm>
          <a:prstGeom prst="rect">
            <a:avLst/>
          </a:prstGeom>
        </p:spPr>
      </p:pic>
      <p:pic>
        <p:nvPicPr>
          <p:cNvPr id="260" name="Image 257" descr="preencoded.png"/>
          <p:cNvPicPr>
            <a:picLocks noChangeAspect="1"/>
          </p:cNvPicPr>
          <p:nvPr/>
        </p:nvPicPr>
        <p:blipFill>
          <a:blip r:embed="rId257"/>
          <a:stretch>
            <a:fillRect/>
          </a:stretch>
        </p:blipFill>
        <p:spPr>
          <a:xfrm>
            <a:off x="9099546" y="3475932"/>
            <a:ext cx="149520" cy="41534"/>
          </a:xfrm>
          <a:prstGeom prst="rect">
            <a:avLst/>
          </a:prstGeom>
        </p:spPr>
      </p:pic>
      <p:pic>
        <p:nvPicPr>
          <p:cNvPr id="261" name="Image 258" descr="preencoded.png"/>
          <p:cNvPicPr>
            <a:picLocks noChangeAspect="1"/>
          </p:cNvPicPr>
          <p:nvPr/>
        </p:nvPicPr>
        <p:blipFill>
          <a:blip r:embed="rId258"/>
          <a:stretch>
            <a:fillRect/>
          </a:stretch>
        </p:blipFill>
        <p:spPr>
          <a:xfrm>
            <a:off x="8756427" y="3476680"/>
            <a:ext cx="149520" cy="41534"/>
          </a:xfrm>
          <a:prstGeom prst="rect">
            <a:avLst/>
          </a:prstGeom>
        </p:spPr>
      </p:pic>
      <p:pic>
        <p:nvPicPr>
          <p:cNvPr id="262" name="Image 259" descr="preencoded.png"/>
          <p:cNvPicPr>
            <a:picLocks noChangeAspect="1"/>
          </p:cNvPicPr>
          <p:nvPr/>
        </p:nvPicPr>
        <p:blipFill>
          <a:blip r:embed="rId259"/>
          <a:stretch>
            <a:fillRect/>
          </a:stretch>
        </p:blipFill>
        <p:spPr>
          <a:xfrm>
            <a:off x="9800713" y="3504424"/>
            <a:ext cx="265814" cy="66453"/>
          </a:xfrm>
          <a:prstGeom prst="rect">
            <a:avLst/>
          </a:prstGeom>
        </p:spPr>
      </p:pic>
      <p:pic>
        <p:nvPicPr>
          <p:cNvPr id="263" name="Image 260" descr="preencoded.png"/>
          <p:cNvPicPr>
            <a:picLocks noChangeAspect="1"/>
          </p:cNvPicPr>
          <p:nvPr/>
        </p:nvPicPr>
        <p:blipFill>
          <a:blip r:embed="rId260"/>
          <a:stretch>
            <a:fillRect/>
          </a:stretch>
        </p:blipFill>
        <p:spPr>
          <a:xfrm>
            <a:off x="10197772" y="3507415"/>
            <a:ext cx="232587" cy="83067"/>
          </a:xfrm>
          <a:prstGeom prst="rect">
            <a:avLst/>
          </a:prstGeom>
        </p:spPr>
      </p:pic>
      <p:pic>
        <p:nvPicPr>
          <p:cNvPr id="264" name="Image 261" descr="preencoded.png"/>
          <p:cNvPicPr>
            <a:picLocks noChangeAspect="1"/>
          </p:cNvPicPr>
          <p:nvPr/>
        </p:nvPicPr>
        <p:blipFill>
          <a:blip r:embed="rId261"/>
          <a:stretch>
            <a:fillRect/>
          </a:stretch>
        </p:blipFill>
        <p:spPr>
          <a:xfrm>
            <a:off x="5123882" y="3536737"/>
            <a:ext cx="240894" cy="41534"/>
          </a:xfrm>
          <a:prstGeom prst="rect">
            <a:avLst/>
          </a:prstGeom>
        </p:spPr>
      </p:pic>
      <p:pic>
        <p:nvPicPr>
          <p:cNvPr id="265" name="Image 262" descr="preencoded.png"/>
          <p:cNvPicPr>
            <a:picLocks noChangeAspect="1"/>
          </p:cNvPicPr>
          <p:nvPr/>
        </p:nvPicPr>
        <p:blipFill>
          <a:blip r:embed="rId262"/>
          <a:stretch>
            <a:fillRect/>
          </a:stretch>
        </p:blipFill>
        <p:spPr>
          <a:xfrm>
            <a:off x="5046381" y="3557754"/>
            <a:ext cx="523321" cy="531628"/>
          </a:xfrm>
          <a:prstGeom prst="rect">
            <a:avLst/>
          </a:prstGeom>
        </p:spPr>
      </p:pic>
      <p:pic>
        <p:nvPicPr>
          <p:cNvPr id="266" name="Image 263" descr="preencoded.png"/>
          <p:cNvPicPr>
            <a:picLocks noChangeAspect="1"/>
          </p:cNvPicPr>
          <p:nvPr/>
        </p:nvPicPr>
        <p:blipFill>
          <a:blip r:embed="rId263"/>
          <a:stretch>
            <a:fillRect/>
          </a:stretch>
        </p:blipFill>
        <p:spPr>
          <a:xfrm>
            <a:off x="1774958" y="3590280"/>
            <a:ext cx="49840" cy="407028"/>
          </a:xfrm>
          <a:prstGeom prst="rect">
            <a:avLst/>
          </a:prstGeom>
        </p:spPr>
      </p:pic>
      <p:pic>
        <p:nvPicPr>
          <p:cNvPr id="267" name="Image 264" descr="preencoded.png"/>
          <p:cNvPicPr>
            <a:picLocks noChangeAspect="1"/>
          </p:cNvPicPr>
          <p:nvPr/>
        </p:nvPicPr>
        <p:blipFill>
          <a:blip r:embed="rId264"/>
          <a:stretch>
            <a:fillRect/>
          </a:stretch>
        </p:blipFill>
        <p:spPr>
          <a:xfrm>
            <a:off x="7880040" y="3592642"/>
            <a:ext cx="49840" cy="282427"/>
          </a:xfrm>
          <a:prstGeom prst="rect">
            <a:avLst/>
          </a:prstGeom>
        </p:spPr>
      </p:pic>
      <p:pic>
        <p:nvPicPr>
          <p:cNvPr id="268" name="Image 265" descr="preencoded.png"/>
          <p:cNvPicPr>
            <a:picLocks noChangeAspect="1"/>
          </p:cNvPicPr>
          <p:nvPr/>
        </p:nvPicPr>
        <p:blipFill>
          <a:blip r:embed="rId265"/>
          <a:stretch>
            <a:fillRect/>
          </a:stretch>
        </p:blipFill>
        <p:spPr>
          <a:xfrm>
            <a:off x="8635036" y="3593722"/>
            <a:ext cx="49840" cy="282427"/>
          </a:xfrm>
          <a:prstGeom prst="rect">
            <a:avLst/>
          </a:prstGeom>
        </p:spPr>
      </p:pic>
      <p:pic>
        <p:nvPicPr>
          <p:cNvPr id="269" name="Image 266" descr="preencoded.png"/>
          <p:cNvPicPr>
            <a:picLocks noChangeAspect="1"/>
          </p:cNvPicPr>
          <p:nvPr/>
        </p:nvPicPr>
        <p:blipFill>
          <a:blip r:embed="rId266"/>
          <a:stretch>
            <a:fillRect/>
          </a:stretch>
        </p:blipFill>
        <p:spPr>
          <a:xfrm>
            <a:off x="9690566" y="3594220"/>
            <a:ext cx="66453" cy="282427"/>
          </a:xfrm>
          <a:prstGeom prst="rect">
            <a:avLst/>
          </a:prstGeom>
        </p:spPr>
      </p:pic>
      <p:pic>
        <p:nvPicPr>
          <p:cNvPr id="270" name="Image 267" descr="preencoded.png"/>
          <p:cNvPicPr>
            <a:picLocks noChangeAspect="1"/>
          </p:cNvPicPr>
          <p:nvPr/>
        </p:nvPicPr>
        <p:blipFill>
          <a:blip r:embed="rId267"/>
          <a:stretch>
            <a:fillRect/>
          </a:stretch>
        </p:blipFill>
        <p:spPr>
          <a:xfrm>
            <a:off x="4644254" y="3631018"/>
            <a:ext cx="838976" cy="456868"/>
          </a:xfrm>
          <a:prstGeom prst="rect">
            <a:avLst/>
          </a:prstGeom>
        </p:spPr>
      </p:pic>
      <p:pic>
        <p:nvPicPr>
          <p:cNvPr id="271" name="Image 268" descr="preencoded.png"/>
          <p:cNvPicPr>
            <a:picLocks noChangeAspect="1"/>
          </p:cNvPicPr>
          <p:nvPr/>
        </p:nvPicPr>
        <p:blipFill>
          <a:blip r:embed="rId268"/>
          <a:stretch>
            <a:fillRect/>
          </a:stretch>
        </p:blipFill>
        <p:spPr>
          <a:xfrm>
            <a:off x="3957291" y="3658015"/>
            <a:ext cx="41534" cy="340574"/>
          </a:xfrm>
          <a:prstGeom prst="rect">
            <a:avLst/>
          </a:prstGeom>
        </p:spPr>
      </p:pic>
      <p:pic>
        <p:nvPicPr>
          <p:cNvPr id="272" name="Image 269" descr="preencoded.png"/>
          <p:cNvPicPr>
            <a:picLocks noChangeAspect="1"/>
          </p:cNvPicPr>
          <p:nvPr/>
        </p:nvPicPr>
        <p:blipFill>
          <a:blip r:embed="rId269"/>
          <a:stretch>
            <a:fillRect/>
          </a:stretch>
        </p:blipFill>
        <p:spPr>
          <a:xfrm>
            <a:off x="8552386" y="3866928"/>
            <a:ext cx="224280" cy="215974"/>
          </a:xfrm>
          <a:prstGeom prst="rect">
            <a:avLst/>
          </a:prstGeom>
        </p:spPr>
      </p:pic>
      <p:pic>
        <p:nvPicPr>
          <p:cNvPr id="273" name="Image 270" descr="preencoded.png"/>
          <p:cNvPicPr>
            <a:picLocks noChangeAspect="1"/>
          </p:cNvPicPr>
          <p:nvPr/>
        </p:nvPicPr>
        <p:blipFill>
          <a:blip r:embed="rId270"/>
          <a:stretch>
            <a:fillRect/>
          </a:stretch>
        </p:blipFill>
        <p:spPr>
          <a:xfrm>
            <a:off x="7798517" y="3865599"/>
            <a:ext cx="215974" cy="215974"/>
          </a:xfrm>
          <a:prstGeom prst="rect">
            <a:avLst/>
          </a:prstGeom>
        </p:spPr>
      </p:pic>
      <p:pic>
        <p:nvPicPr>
          <p:cNvPr id="274" name="Image 271" descr="preencoded.png"/>
          <p:cNvPicPr>
            <a:picLocks noChangeAspect="1"/>
          </p:cNvPicPr>
          <p:nvPr/>
        </p:nvPicPr>
        <p:blipFill>
          <a:blip r:embed="rId271"/>
          <a:stretch>
            <a:fillRect/>
          </a:stretch>
        </p:blipFill>
        <p:spPr>
          <a:xfrm>
            <a:off x="9622748" y="3868839"/>
            <a:ext cx="215974" cy="207668"/>
          </a:xfrm>
          <a:prstGeom prst="rect">
            <a:avLst/>
          </a:prstGeom>
        </p:spPr>
      </p:pic>
      <p:pic>
        <p:nvPicPr>
          <p:cNvPr id="275" name="Image 272" descr="preencoded.png"/>
          <p:cNvPicPr>
            <a:picLocks noChangeAspect="1"/>
          </p:cNvPicPr>
          <p:nvPr/>
        </p:nvPicPr>
        <p:blipFill>
          <a:blip r:embed="rId272"/>
          <a:stretch>
            <a:fillRect/>
          </a:stretch>
        </p:blipFill>
        <p:spPr>
          <a:xfrm>
            <a:off x="1693636" y="3991861"/>
            <a:ext cx="207668" cy="207668"/>
          </a:xfrm>
          <a:prstGeom prst="rect">
            <a:avLst/>
          </a:prstGeom>
        </p:spPr>
      </p:pic>
      <p:pic>
        <p:nvPicPr>
          <p:cNvPr id="276" name="Image 273" descr="preencoded.png"/>
          <p:cNvPicPr>
            <a:picLocks noChangeAspect="1"/>
          </p:cNvPicPr>
          <p:nvPr/>
        </p:nvPicPr>
        <p:blipFill>
          <a:blip r:embed="rId273"/>
          <a:stretch>
            <a:fillRect/>
          </a:stretch>
        </p:blipFill>
        <p:spPr>
          <a:xfrm>
            <a:off x="2206491" y="3985810"/>
            <a:ext cx="207668" cy="215974"/>
          </a:xfrm>
          <a:prstGeom prst="rect">
            <a:avLst/>
          </a:prstGeom>
        </p:spPr>
      </p:pic>
      <p:pic>
        <p:nvPicPr>
          <p:cNvPr id="277" name="Image 274" descr="preencoded.png"/>
          <p:cNvPicPr>
            <a:picLocks noChangeAspect="1"/>
          </p:cNvPicPr>
          <p:nvPr/>
        </p:nvPicPr>
        <p:blipFill>
          <a:blip r:embed="rId274"/>
          <a:stretch>
            <a:fillRect/>
          </a:stretch>
        </p:blipFill>
        <p:spPr>
          <a:xfrm>
            <a:off x="3425248" y="3991611"/>
            <a:ext cx="207668" cy="207668"/>
          </a:xfrm>
          <a:prstGeom prst="rect">
            <a:avLst/>
          </a:prstGeom>
        </p:spPr>
      </p:pic>
      <p:pic>
        <p:nvPicPr>
          <p:cNvPr id="278" name="Image 275" descr="preencoded.png"/>
          <p:cNvPicPr>
            <a:picLocks noChangeAspect="1"/>
          </p:cNvPicPr>
          <p:nvPr/>
        </p:nvPicPr>
        <p:blipFill>
          <a:blip r:embed="rId275"/>
          <a:stretch>
            <a:fillRect/>
          </a:stretch>
        </p:blipFill>
        <p:spPr>
          <a:xfrm>
            <a:off x="3872314" y="3991944"/>
            <a:ext cx="207668" cy="207668"/>
          </a:xfrm>
          <a:prstGeom prst="rect">
            <a:avLst/>
          </a:prstGeom>
        </p:spPr>
      </p:pic>
      <p:pic>
        <p:nvPicPr>
          <p:cNvPr id="279" name="Image 276" descr="preencoded.png"/>
          <p:cNvPicPr>
            <a:picLocks noChangeAspect="1"/>
          </p:cNvPicPr>
          <p:nvPr/>
        </p:nvPicPr>
        <p:blipFill>
          <a:blip r:embed="rId276"/>
          <a:stretch>
            <a:fillRect/>
          </a:stretch>
        </p:blipFill>
        <p:spPr>
          <a:xfrm>
            <a:off x="5360872" y="3992775"/>
            <a:ext cx="207668" cy="215974"/>
          </a:xfrm>
          <a:prstGeom prst="rect">
            <a:avLst/>
          </a:prstGeom>
        </p:spPr>
      </p:pic>
      <p:pic>
        <p:nvPicPr>
          <p:cNvPr id="280" name="Image 277" descr="preencoded.png"/>
          <p:cNvPicPr>
            <a:picLocks noChangeAspect="1"/>
          </p:cNvPicPr>
          <p:nvPr/>
        </p:nvPicPr>
        <p:blipFill>
          <a:blip r:embed="rId277"/>
          <a:stretch>
            <a:fillRect/>
          </a:stretch>
        </p:blipFill>
        <p:spPr>
          <a:xfrm>
            <a:off x="2720924" y="3993937"/>
            <a:ext cx="207668" cy="207668"/>
          </a:xfrm>
          <a:prstGeom prst="rect">
            <a:avLst/>
          </a:prstGeom>
        </p:spPr>
      </p:pic>
      <p:pic>
        <p:nvPicPr>
          <p:cNvPr id="281" name="Image 278" descr="preencoded.png"/>
          <p:cNvPicPr>
            <a:picLocks noChangeAspect="1"/>
          </p:cNvPicPr>
          <p:nvPr/>
        </p:nvPicPr>
        <p:blipFill>
          <a:blip r:embed="rId278"/>
          <a:stretch>
            <a:fillRect/>
          </a:stretch>
        </p:blipFill>
        <p:spPr>
          <a:xfrm>
            <a:off x="4494983" y="3994187"/>
            <a:ext cx="207668" cy="207668"/>
          </a:xfrm>
          <a:prstGeom prst="rect">
            <a:avLst/>
          </a:prstGeom>
        </p:spPr>
      </p:pic>
      <p:pic>
        <p:nvPicPr>
          <p:cNvPr id="282" name="Image 279" descr="preencoded.png"/>
          <p:cNvPicPr>
            <a:picLocks noChangeAspect="1"/>
          </p:cNvPicPr>
          <p:nvPr/>
        </p:nvPicPr>
        <p:blipFill>
          <a:blip r:embed="rId279"/>
          <a:stretch>
            <a:fillRect/>
          </a:stretch>
        </p:blipFill>
        <p:spPr>
          <a:xfrm>
            <a:off x="1892498" y="4066123"/>
            <a:ext cx="323961" cy="49840"/>
          </a:xfrm>
          <a:prstGeom prst="rect">
            <a:avLst/>
          </a:prstGeom>
        </p:spPr>
      </p:pic>
      <p:pic>
        <p:nvPicPr>
          <p:cNvPr id="283" name="Image 280" descr="preencoded.png"/>
          <p:cNvPicPr>
            <a:picLocks noChangeAspect="1"/>
          </p:cNvPicPr>
          <p:nvPr/>
        </p:nvPicPr>
        <p:blipFill>
          <a:blip r:embed="rId280"/>
          <a:stretch>
            <a:fillRect/>
          </a:stretch>
        </p:blipFill>
        <p:spPr>
          <a:xfrm>
            <a:off x="4074416" y="4066372"/>
            <a:ext cx="1295843" cy="58147"/>
          </a:xfrm>
          <a:prstGeom prst="rect">
            <a:avLst/>
          </a:prstGeom>
        </p:spPr>
      </p:pic>
      <p:pic>
        <p:nvPicPr>
          <p:cNvPr id="284" name="Image 281" descr="preencoded.png"/>
          <p:cNvPicPr>
            <a:picLocks noChangeAspect="1"/>
          </p:cNvPicPr>
          <p:nvPr/>
        </p:nvPicPr>
        <p:blipFill>
          <a:blip r:embed="rId281"/>
          <a:stretch>
            <a:fillRect/>
          </a:stretch>
        </p:blipFill>
        <p:spPr>
          <a:xfrm>
            <a:off x="3625190" y="4072851"/>
            <a:ext cx="257507" cy="49840"/>
          </a:xfrm>
          <a:prstGeom prst="rect">
            <a:avLst/>
          </a:prstGeom>
        </p:spPr>
      </p:pic>
      <p:pic>
        <p:nvPicPr>
          <p:cNvPr id="285" name="Image 282" descr="preencoded.png"/>
          <p:cNvPicPr>
            <a:picLocks noChangeAspect="1"/>
          </p:cNvPicPr>
          <p:nvPr/>
        </p:nvPicPr>
        <p:blipFill>
          <a:blip r:embed="rId282"/>
          <a:stretch>
            <a:fillRect/>
          </a:stretch>
        </p:blipFill>
        <p:spPr>
          <a:xfrm>
            <a:off x="2403220" y="4075592"/>
            <a:ext cx="1030029" cy="49840"/>
          </a:xfrm>
          <a:prstGeom prst="rect">
            <a:avLst/>
          </a:prstGeom>
        </p:spPr>
      </p:pic>
      <p:pic>
        <p:nvPicPr>
          <p:cNvPr id="286" name="Image 283" descr="preencoded.png"/>
          <p:cNvPicPr>
            <a:picLocks noChangeAspect="1"/>
          </p:cNvPicPr>
          <p:nvPr/>
        </p:nvPicPr>
        <p:blipFill>
          <a:blip r:embed="rId283"/>
          <a:stretch>
            <a:fillRect/>
          </a:stretch>
        </p:blipFill>
        <p:spPr>
          <a:xfrm>
            <a:off x="1810262" y="4108985"/>
            <a:ext cx="2774433" cy="714375"/>
          </a:xfrm>
          <a:prstGeom prst="rect">
            <a:avLst/>
          </a:prstGeom>
        </p:spPr>
      </p:pic>
      <p:pic>
        <p:nvPicPr>
          <p:cNvPr id="287" name="Image 284" descr="preencoded.png"/>
          <p:cNvPicPr>
            <a:picLocks noChangeAspect="1"/>
          </p:cNvPicPr>
          <p:nvPr/>
        </p:nvPicPr>
        <p:blipFill>
          <a:blip r:embed="rId284"/>
          <a:stretch>
            <a:fillRect/>
          </a:stretch>
        </p:blipFill>
        <p:spPr>
          <a:xfrm>
            <a:off x="7716222" y="4130113"/>
            <a:ext cx="373801" cy="290734"/>
          </a:xfrm>
          <a:prstGeom prst="rect">
            <a:avLst/>
          </a:prstGeom>
        </p:spPr>
      </p:pic>
      <p:pic>
        <p:nvPicPr>
          <p:cNvPr id="288" name="Image 285" descr="preencoded.png"/>
          <p:cNvPicPr>
            <a:picLocks noChangeAspect="1"/>
          </p:cNvPicPr>
          <p:nvPr/>
        </p:nvPicPr>
        <p:blipFill>
          <a:blip r:embed="rId285"/>
          <a:stretch>
            <a:fillRect/>
          </a:stretch>
        </p:blipFill>
        <p:spPr>
          <a:xfrm>
            <a:off x="9543361" y="4129374"/>
            <a:ext cx="373801" cy="290734"/>
          </a:xfrm>
          <a:prstGeom prst="rect">
            <a:avLst/>
          </a:prstGeom>
        </p:spPr>
      </p:pic>
      <p:pic>
        <p:nvPicPr>
          <p:cNvPr id="289" name="Image 286" descr="preencoded.png"/>
          <p:cNvPicPr>
            <a:picLocks noChangeAspect="1"/>
          </p:cNvPicPr>
          <p:nvPr/>
        </p:nvPicPr>
        <p:blipFill>
          <a:blip r:embed="rId286"/>
          <a:stretch>
            <a:fillRect/>
          </a:stretch>
        </p:blipFill>
        <p:spPr>
          <a:xfrm>
            <a:off x="1775873" y="4190889"/>
            <a:ext cx="556548" cy="664535"/>
          </a:xfrm>
          <a:prstGeom prst="rect">
            <a:avLst/>
          </a:prstGeom>
        </p:spPr>
      </p:pic>
      <p:pic>
        <p:nvPicPr>
          <p:cNvPr id="290" name="Image 287" descr="preencoded.png"/>
          <p:cNvPicPr>
            <a:picLocks noChangeAspect="1"/>
          </p:cNvPicPr>
          <p:nvPr/>
        </p:nvPicPr>
        <p:blipFill>
          <a:blip r:embed="rId287"/>
          <a:stretch>
            <a:fillRect/>
          </a:stretch>
        </p:blipFill>
        <p:spPr>
          <a:xfrm>
            <a:off x="3501669" y="4189367"/>
            <a:ext cx="1121403" cy="672841"/>
          </a:xfrm>
          <a:prstGeom prst="rect">
            <a:avLst/>
          </a:prstGeom>
        </p:spPr>
      </p:pic>
      <p:pic>
        <p:nvPicPr>
          <p:cNvPr id="291" name="Image 288" descr="preencoded.png"/>
          <p:cNvPicPr>
            <a:picLocks noChangeAspect="1"/>
          </p:cNvPicPr>
          <p:nvPr/>
        </p:nvPicPr>
        <p:blipFill>
          <a:blip r:embed="rId288"/>
          <a:stretch>
            <a:fillRect/>
          </a:stretch>
        </p:blipFill>
        <p:spPr>
          <a:xfrm>
            <a:off x="5305385" y="4273774"/>
            <a:ext cx="315654" cy="290734"/>
          </a:xfrm>
          <a:prstGeom prst="rect">
            <a:avLst/>
          </a:prstGeom>
        </p:spPr>
      </p:pic>
      <p:pic>
        <p:nvPicPr>
          <p:cNvPr id="292" name="Image 289" descr="preencoded.png"/>
          <p:cNvPicPr>
            <a:picLocks noChangeAspect="1"/>
          </p:cNvPicPr>
          <p:nvPr/>
        </p:nvPicPr>
        <p:blipFill>
          <a:blip r:embed="rId289"/>
          <a:stretch>
            <a:fillRect/>
          </a:stretch>
        </p:blipFill>
        <p:spPr>
          <a:xfrm>
            <a:off x="2205411" y="4732817"/>
            <a:ext cx="207668" cy="207668"/>
          </a:xfrm>
          <a:prstGeom prst="rect">
            <a:avLst/>
          </a:prstGeom>
        </p:spPr>
      </p:pic>
      <p:pic>
        <p:nvPicPr>
          <p:cNvPr id="293" name="Image 290" descr="preencoded.png"/>
          <p:cNvPicPr>
            <a:picLocks noChangeAspect="1"/>
          </p:cNvPicPr>
          <p:nvPr/>
        </p:nvPicPr>
        <p:blipFill>
          <a:blip r:embed="rId290"/>
          <a:stretch>
            <a:fillRect/>
          </a:stretch>
        </p:blipFill>
        <p:spPr>
          <a:xfrm>
            <a:off x="2714445" y="4731831"/>
            <a:ext cx="207668" cy="215974"/>
          </a:xfrm>
          <a:prstGeom prst="rect">
            <a:avLst/>
          </a:prstGeom>
        </p:spPr>
      </p:pic>
      <p:pic>
        <p:nvPicPr>
          <p:cNvPr id="294" name="Image 291" descr="preencoded.png"/>
          <p:cNvPicPr>
            <a:picLocks noChangeAspect="1"/>
          </p:cNvPicPr>
          <p:nvPr/>
        </p:nvPicPr>
        <p:blipFill>
          <a:blip r:embed="rId291"/>
          <a:stretch>
            <a:fillRect/>
          </a:stretch>
        </p:blipFill>
        <p:spPr>
          <a:xfrm>
            <a:off x="3427158" y="4733980"/>
            <a:ext cx="207668" cy="207668"/>
          </a:xfrm>
          <a:prstGeom prst="rect">
            <a:avLst/>
          </a:prstGeom>
        </p:spPr>
      </p:pic>
      <p:pic>
        <p:nvPicPr>
          <p:cNvPr id="295" name="Image 292" descr="preencoded.png"/>
          <p:cNvPicPr>
            <a:picLocks noChangeAspect="1"/>
          </p:cNvPicPr>
          <p:nvPr/>
        </p:nvPicPr>
        <p:blipFill>
          <a:blip r:embed="rId292"/>
          <a:stretch>
            <a:fillRect/>
          </a:stretch>
        </p:blipFill>
        <p:spPr>
          <a:xfrm>
            <a:off x="2407346" y="4814804"/>
            <a:ext cx="1030029" cy="49840"/>
          </a:xfrm>
          <a:prstGeom prst="rect">
            <a:avLst/>
          </a:prstGeom>
        </p:spPr>
      </p:pic>
      <p:pic>
        <p:nvPicPr>
          <p:cNvPr id="296" name="Image 293" descr="preencoded.png"/>
          <p:cNvPicPr>
            <a:picLocks noChangeAspect="1"/>
          </p:cNvPicPr>
          <p:nvPr/>
        </p:nvPicPr>
        <p:blipFill>
          <a:blip r:embed="rId293"/>
          <a:stretch>
            <a:fillRect/>
          </a:stretch>
        </p:blipFill>
        <p:spPr>
          <a:xfrm>
            <a:off x="2628958" y="5010206"/>
            <a:ext cx="373801" cy="290734"/>
          </a:xfrm>
          <a:prstGeom prst="rect">
            <a:avLst/>
          </a:prstGeom>
        </p:spPr>
      </p:pic>
      <p:pic>
        <p:nvPicPr>
          <p:cNvPr id="297" name="Image 294" descr="preencoded.png"/>
          <p:cNvPicPr>
            <a:picLocks noChangeAspect="1"/>
          </p:cNvPicPr>
          <p:nvPr/>
        </p:nvPicPr>
        <p:blipFill>
          <a:blip r:embed="rId294"/>
          <a:stretch>
            <a:fillRect/>
          </a:stretch>
        </p:blipFill>
        <p:spPr>
          <a:xfrm>
            <a:off x="3371198" y="5013999"/>
            <a:ext cx="315654" cy="290734"/>
          </a:xfrm>
          <a:prstGeom prst="rect">
            <a:avLst/>
          </a:prstGeom>
        </p:spPr>
      </p:pic>
      <p:pic>
        <p:nvPicPr>
          <p:cNvPr id="298" name="Image 295" descr="preencoded.png"/>
          <p:cNvPicPr>
            <a:picLocks noChangeAspect="1"/>
          </p:cNvPicPr>
          <p:nvPr/>
        </p:nvPicPr>
        <p:blipFill>
          <a:blip r:embed="rId295"/>
          <a:stretch>
            <a:fillRect/>
          </a:stretch>
        </p:blipFill>
        <p:spPr>
          <a:xfrm>
            <a:off x="5439536" y="3364955"/>
            <a:ext cx="83067" cy="16614"/>
          </a:xfrm>
          <a:prstGeom prst="rect">
            <a:avLst/>
          </a:prstGeom>
        </p:spPr>
      </p:pic>
      <p:pic>
        <p:nvPicPr>
          <p:cNvPr id="299" name="Image 296" descr="preencoded.png"/>
          <p:cNvPicPr>
            <a:picLocks noChangeAspect="1"/>
          </p:cNvPicPr>
          <p:nvPr/>
        </p:nvPicPr>
        <p:blipFill>
          <a:blip r:embed="rId296"/>
          <a:stretch>
            <a:fillRect/>
          </a:stretch>
        </p:blipFill>
        <p:spPr>
          <a:xfrm>
            <a:off x="5125793" y="3384393"/>
            <a:ext cx="99681" cy="74760"/>
          </a:xfrm>
          <a:prstGeom prst="rect">
            <a:avLst/>
          </a:prstGeom>
        </p:spPr>
      </p:pic>
      <p:pic>
        <p:nvPicPr>
          <p:cNvPr id="300" name="Image 297" descr="preencoded.png"/>
          <p:cNvPicPr>
            <a:picLocks noChangeAspect="1"/>
          </p:cNvPicPr>
          <p:nvPr/>
        </p:nvPicPr>
        <p:blipFill>
          <a:blip r:embed="rId297"/>
          <a:stretch>
            <a:fillRect/>
          </a:stretch>
        </p:blipFill>
        <p:spPr>
          <a:xfrm>
            <a:off x="10955093" y="3395939"/>
            <a:ext cx="407028" cy="448561"/>
          </a:xfrm>
          <a:prstGeom prst="rect">
            <a:avLst/>
          </a:prstGeom>
        </p:spPr>
      </p:pic>
      <p:pic>
        <p:nvPicPr>
          <p:cNvPr id="301" name="Image 298" descr="preencoded.png"/>
          <p:cNvPicPr>
            <a:picLocks noChangeAspect="1"/>
          </p:cNvPicPr>
          <p:nvPr/>
        </p:nvPicPr>
        <p:blipFill>
          <a:blip r:embed="rId298"/>
          <a:stretch>
            <a:fillRect/>
          </a:stretch>
        </p:blipFill>
        <p:spPr>
          <a:xfrm>
            <a:off x="3390427" y="2028742"/>
            <a:ext cx="257507" cy="257507"/>
          </a:xfrm>
          <a:prstGeom prst="rect">
            <a:avLst/>
          </a:prstGeom>
        </p:spPr>
      </p:pic>
      <p:pic>
        <p:nvPicPr>
          <p:cNvPr id="302" name="Image 299" descr="preencoded.png"/>
          <p:cNvPicPr>
            <a:picLocks noChangeAspect="1"/>
          </p:cNvPicPr>
          <p:nvPr/>
        </p:nvPicPr>
        <p:blipFill>
          <a:blip r:embed="rId299"/>
          <a:stretch>
            <a:fillRect/>
          </a:stretch>
        </p:blipFill>
        <p:spPr>
          <a:xfrm>
            <a:off x="2113799" y="2032480"/>
            <a:ext cx="340574" cy="182747"/>
          </a:xfrm>
          <a:prstGeom prst="rect">
            <a:avLst/>
          </a:prstGeom>
        </p:spPr>
      </p:pic>
      <p:pic>
        <p:nvPicPr>
          <p:cNvPr id="303" name="Image 300" descr="preencoded.png"/>
          <p:cNvPicPr>
            <a:picLocks noChangeAspect="1"/>
          </p:cNvPicPr>
          <p:nvPr/>
        </p:nvPicPr>
        <p:blipFill>
          <a:blip r:embed="rId300"/>
          <a:stretch>
            <a:fillRect/>
          </a:stretch>
        </p:blipFill>
        <p:spPr>
          <a:xfrm>
            <a:off x="4774251" y="2334262"/>
            <a:ext cx="215974" cy="224280"/>
          </a:xfrm>
          <a:prstGeom prst="rect">
            <a:avLst/>
          </a:prstGeom>
        </p:spPr>
      </p:pic>
      <p:sp>
        <p:nvSpPr>
          <p:cNvPr id="304" name="Shape 1"/>
          <p:cNvSpPr/>
          <p:nvPr/>
        </p:nvSpPr>
        <p:spPr>
          <a:xfrm rot="6000">
            <a:off x="2747506" y="2366824"/>
            <a:ext cx="154172" cy="154172"/>
          </a:xfrm>
          <a:prstGeom prst="roundRect">
            <a:avLst/>
          </a:prstGeom>
          <a:solidFill>
            <a:srgbClr val="EDF2F7"/>
          </a:solidFill>
          <a:ln/>
        </p:spPr>
      </p:sp>
      <p:sp>
        <p:nvSpPr>
          <p:cNvPr id="305" name="Shape 2"/>
          <p:cNvSpPr/>
          <p:nvPr/>
        </p:nvSpPr>
        <p:spPr>
          <a:xfrm>
            <a:off x="2206408" y="2367239"/>
            <a:ext cx="152511" cy="152511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06" name="Shape 3"/>
          <p:cNvSpPr/>
          <p:nvPr/>
        </p:nvSpPr>
        <p:spPr>
          <a:xfrm>
            <a:off x="3441363" y="2366658"/>
            <a:ext cx="152345" cy="15234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07" name="Shape 4"/>
          <p:cNvSpPr/>
          <p:nvPr/>
        </p:nvSpPr>
        <p:spPr>
          <a:xfrm>
            <a:off x="3900972" y="2366741"/>
            <a:ext cx="153508" cy="15350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08" name="Shape 5"/>
          <p:cNvSpPr/>
          <p:nvPr/>
        </p:nvSpPr>
        <p:spPr>
          <a:xfrm>
            <a:off x="4521149" y="2366907"/>
            <a:ext cx="154338" cy="154338"/>
          </a:xfrm>
          <a:prstGeom prst="roundRect">
            <a:avLst/>
          </a:prstGeom>
          <a:solidFill>
            <a:srgbClr val="EDF2F7"/>
          </a:solidFill>
          <a:ln/>
        </p:spPr>
      </p:sp>
      <p:pic>
        <p:nvPicPr>
          <p:cNvPr id="309" name="Image 301" descr="preencoded.png"/>
          <p:cNvPicPr>
            <a:picLocks noChangeAspect="1"/>
          </p:cNvPicPr>
          <p:nvPr/>
        </p:nvPicPr>
        <p:blipFill>
          <a:blip r:embed="rId301"/>
          <a:stretch>
            <a:fillRect/>
          </a:stretch>
        </p:blipFill>
        <p:spPr>
          <a:xfrm>
            <a:off x="8173305" y="2509367"/>
            <a:ext cx="257507" cy="257507"/>
          </a:xfrm>
          <a:prstGeom prst="rect">
            <a:avLst/>
          </a:prstGeom>
        </p:spPr>
      </p:pic>
      <p:pic>
        <p:nvPicPr>
          <p:cNvPr id="310" name="Image 302" descr="preencoded.png"/>
          <p:cNvPicPr>
            <a:picLocks noChangeAspect="1"/>
          </p:cNvPicPr>
          <p:nvPr/>
        </p:nvPicPr>
        <p:blipFill>
          <a:blip r:embed="rId302"/>
          <a:stretch>
            <a:fillRect/>
          </a:stretch>
        </p:blipFill>
        <p:spPr>
          <a:xfrm>
            <a:off x="9604044" y="2509865"/>
            <a:ext cx="257507" cy="257507"/>
          </a:xfrm>
          <a:prstGeom prst="rect">
            <a:avLst/>
          </a:prstGeom>
        </p:spPr>
      </p:pic>
      <p:pic>
        <p:nvPicPr>
          <p:cNvPr id="311" name="Image 303" descr="preencoded.png"/>
          <p:cNvPicPr>
            <a:picLocks noChangeAspect="1"/>
          </p:cNvPicPr>
          <p:nvPr/>
        </p:nvPicPr>
        <p:blipFill>
          <a:blip r:embed="rId303"/>
          <a:stretch>
            <a:fillRect/>
          </a:stretch>
        </p:blipFill>
        <p:spPr>
          <a:xfrm>
            <a:off x="5128078" y="2653550"/>
            <a:ext cx="664535" cy="722681"/>
          </a:xfrm>
          <a:prstGeom prst="rect">
            <a:avLst/>
          </a:prstGeom>
        </p:spPr>
      </p:pic>
      <p:sp>
        <p:nvSpPr>
          <p:cNvPr id="312" name="Shape 6"/>
          <p:cNvSpPr/>
          <p:nvPr/>
        </p:nvSpPr>
        <p:spPr>
          <a:xfrm>
            <a:off x="9656508" y="2848279"/>
            <a:ext cx="149188" cy="14918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13" name="Shape 7"/>
          <p:cNvSpPr/>
          <p:nvPr/>
        </p:nvSpPr>
        <p:spPr>
          <a:xfrm rot="-5796000">
            <a:off x="10053070" y="2848944"/>
            <a:ext cx="151348" cy="14769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14" name="Shape 8"/>
          <p:cNvSpPr/>
          <p:nvPr/>
        </p:nvSpPr>
        <p:spPr>
          <a:xfrm rot="-8328000">
            <a:off x="8225267" y="2849692"/>
            <a:ext cx="152345" cy="14869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15" name="Shape 9"/>
          <p:cNvSpPr/>
          <p:nvPr/>
        </p:nvSpPr>
        <p:spPr>
          <a:xfrm>
            <a:off x="2206740" y="3008183"/>
            <a:ext cx="153176" cy="15317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16" name="Shape 10"/>
          <p:cNvSpPr/>
          <p:nvPr/>
        </p:nvSpPr>
        <p:spPr>
          <a:xfrm>
            <a:off x="3901221" y="3007602"/>
            <a:ext cx="154338" cy="15433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17" name="Shape 11"/>
          <p:cNvSpPr/>
          <p:nvPr/>
        </p:nvSpPr>
        <p:spPr>
          <a:xfrm>
            <a:off x="4520651" y="3007851"/>
            <a:ext cx="153508" cy="15350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18" name="Shape 12"/>
          <p:cNvSpPr/>
          <p:nvPr/>
        </p:nvSpPr>
        <p:spPr>
          <a:xfrm>
            <a:off x="4952183" y="3007602"/>
            <a:ext cx="154172" cy="15417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19" name="Shape 13"/>
          <p:cNvSpPr/>
          <p:nvPr/>
        </p:nvSpPr>
        <p:spPr>
          <a:xfrm>
            <a:off x="2749748" y="3008765"/>
            <a:ext cx="151680" cy="1516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20" name="Image 304" descr="preencoded.png"/>
          <p:cNvPicPr>
            <a:picLocks noChangeAspect="1"/>
          </p:cNvPicPr>
          <p:nvPr/>
        </p:nvPicPr>
        <p:blipFill>
          <a:blip r:embed="rId304"/>
          <a:stretch>
            <a:fillRect/>
          </a:stretch>
        </p:blipFill>
        <p:spPr>
          <a:xfrm>
            <a:off x="7339198" y="3090004"/>
            <a:ext cx="332267" cy="174440"/>
          </a:xfrm>
          <a:prstGeom prst="rect">
            <a:avLst/>
          </a:prstGeom>
        </p:spPr>
      </p:pic>
      <p:sp>
        <p:nvSpPr>
          <p:cNvPr id="321" name="Shape 14"/>
          <p:cNvSpPr/>
          <p:nvPr/>
        </p:nvSpPr>
        <p:spPr>
          <a:xfrm rot="-30000">
            <a:off x="10998370" y="3150809"/>
            <a:ext cx="76089" cy="32562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322" name="Shape 15"/>
          <p:cNvSpPr/>
          <p:nvPr/>
        </p:nvSpPr>
        <p:spPr>
          <a:xfrm rot="42000">
            <a:off x="11223731" y="3151141"/>
            <a:ext cx="78249" cy="33061"/>
          </a:xfrm>
          <a:prstGeom prst="roundRect">
            <a:avLst/>
          </a:prstGeom>
          <a:solidFill>
            <a:srgbClr val="FFFFFF"/>
          </a:solidFill>
          <a:ln/>
        </p:spPr>
      </p:sp>
      <p:pic>
        <p:nvPicPr>
          <p:cNvPr id="323" name="Image 305" descr="preencoded.png"/>
          <p:cNvPicPr>
            <a:picLocks noChangeAspect="1"/>
          </p:cNvPicPr>
          <p:nvPr/>
        </p:nvPicPr>
        <p:blipFill>
          <a:blip r:embed="rId305"/>
          <a:stretch>
            <a:fillRect/>
          </a:stretch>
        </p:blipFill>
        <p:spPr>
          <a:xfrm>
            <a:off x="10944825" y="3194183"/>
            <a:ext cx="415334" cy="639615"/>
          </a:xfrm>
          <a:prstGeom prst="rect">
            <a:avLst/>
          </a:prstGeom>
        </p:spPr>
      </p:pic>
      <p:sp>
        <p:nvSpPr>
          <p:cNvPr id="324" name="Shape 16"/>
          <p:cNvSpPr/>
          <p:nvPr/>
        </p:nvSpPr>
        <p:spPr>
          <a:xfrm rot="2604000">
            <a:off x="1993092" y="3241518"/>
            <a:ext cx="20434" cy="108984"/>
          </a:xfrm>
          <a:prstGeom prst="roundRect">
            <a:avLst/>
          </a:prstGeom>
          <a:solidFill>
            <a:srgbClr val="B4BEC8"/>
          </a:solidFill>
          <a:ln/>
        </p:spPr>
      </p:sp>
      <p:pic>
        <p:nvPicPr>
          <p:cNvPr id="325" name="Image 306" descr="preencoded.png"/>
          <p:cNvPicPr>
            <a:picLocks noChangeAspect="1"/>
          </p:cNvPicPr>
          <p:nvPr/>
        </p:nvPicPr>
        <p:blipFill>
          <a:blip r:embed="rId306"/>
          <a:stretch>
            <a:fillRect/>
          </a:stretch>
        </p:blipFill>
        <p:spPr>
          <a:xfrm>
            <a:off x="5128116" y="3273479"/>
            <a:ext cx="315654" cy="182747"/>
          </a:xfrm>
          <a:prstGeom prst="rect">
            <a:avLst/>
          </a:prstGeom>
        </p:spPr>
      </p:pic>
      <p:pic>
        <p:nvPicPr>
          <p:cNvPr id="326" name="Image 307" descr="preencoded.png"/>
          <p:cNvPicPr>
            <a:picLocks noChangeAspect="1"/>
          </p:cNvPicPr>
          <p:nvPr/>
        </p:nvPicPr>
        <p:blipFill>
          <a:blip r:embed="rId307"/>
          <a:stretch>
            <a:fillRect/>
          </a:stretch>
        </p:blipFill>
        <p:spPr>
          <a:xfrm>
            <a:off x="6273860" y="3349339"/>
            <a:ext cx="299041" cy="299041"/>
          </a:xfrm>
          <a:prstGeom prst="rect">
            <a:avLst/>
          </a:prstGeom>
        </p:spPr>
      </p:pic>
      <p:pic>
        <p:nvPicPr>
          <p:cNvPr id="327" name="Image 308" descr="preencoded.png"/>
          <p:cNvPicPr>
            <a:picLocks noChangeAspect="1"/>
          </p:cNvPicPr>
          <p:nvPr/>
        </p:nvPicPr>
        <p:blipFill>
          <a:blip r:embed="rId308"/>
          <a:stretch>
            <a:fillRect/>
          </a:stretch>
        </p:blipFill>
        <p:spPr>
          <a:xfrm>
            <a:off x="610361" y="3350336"/>
            <a:ext cx="299041" cy="299041"/>
          </a:xfrm>
          <a:prstGeom prst="rect">
            <a:avLst/>
          </a:prstGeom>
        </p:spPr>
      </p:pic>
      <p:pic>
        <p:nvPicPr>
          <p:cNvPr id="328" name="Image 309" descr="preencoded.png"/>
          <p:cNvPicPr>
            <a:picLocks noChangeAspect="1"/>
          </p:cNvPicPr>
          <p:nvPr/>
        </p:nvPicPr>
        <p:blipFill>
          <a:blip r:embed="rId309"/>
          <a:stretch>
            <a:fillRect/>
          </a:stretch>
        </p:blipFill>
        <p:spPr>
          <a:xfrm>
            <a:off x="5436692" y="3369109"/>
            <a:ext cx="83067" cy="74760"/>
          </a:xfrm>
          <a:prstGeom prst="rect">
            <a:avLst/>
          </a:prstGeom>
        </p:spPr>
      </p:pic>
      <p:pic>
        <p:nvPicPr>
          <p:cNvPr id="329" name="Image 310" descr="preencoded.png"/>
          <p:cNvPicPr>
            <a:picLocks noChangeAspect="1"/>
          </p:cNvPicPr>
          <p:nvPr/>
        </p:nvPicPr>
        <p:blipFill>
          <a:blip r:embed="rId310"/>
          <a:stretch>
            <a:fillRect/>
          </a:stretch>
        </p:blipFill>
        <p:spPr>
          <a:xfrm>
            <a:off x="5129115" y="3388546"/>
            <a:ext cx="91373" cy="66453"/>
          </a:xfrm>
          <a:prstGeom prst="rect">
            <a:avLst/>
          </a:prstGeom>
        </p:spPr>
      </p:pic>
      <p:pic>
        <p:nvPicPr>
          <p:cNvPr id="330" name="Image 311" descr="preencoded.png"/>
          <p:cNvPicPr>
            <a:picLocks noChangeAspect="1"/>
          </p:cNvPicPr>
          <p:nvPr/>
        </p:nvPicPr>
        <p:blipFill>
          <a:blip r:embed="rId311"/>
          <a:stretch>
            <a:fillRect/>
          </a:stretch>
        </p:blipFill>
        <p:spPr>
          <a:xfrm>
            <a:off x="10959246" y="3400093"/>
            <a:ext cx="407028" cy="440254"/>
          </a:xfrm>
          <a:prstGeom prst="rect">
            <a:avLst/>
          </a:prstGeom>
        </p:spPr>
      </p:pic>
      <p:pic>
        <p:nvPicPr>
          <p:cNvPr id="331" name="Image 312" descr="preencoded.png"/>
          <p:cNvPicPr>
            <a:picLocks noChangeAspect="1"/>
          </p:cNvPicPr>
          <p:nvPr/>
        </p:nvPicPr>
        <p:blipFill>
          <a:blip r:embed="rId312"/>
          <a:stretch>
            <a:fillRect/>
          </a:stretch>
        </p:blipFill>
        <p:spPr>
          <a:xfrm>
            <a:off x="999030" y="3404245"/>
            <a:ext cx="132907" cy="191054"/>
          </a:xfrm>
          <a:prstGeom prst="rect">
            <a:avLst/>
          </a:prstGeom>
        </p:spPr>
      </p:pic>
      <p:pic>
        <p:nvPicPr>
          <p:cNvPr id="332" name="Image 313" descr="preencoded.png"/>
          <p:cNvPicPr>
            <a:picLocks noChangeAspect="1"/>
          </p:cNvPicPr>
          <p:nvPr/>
        </p:nvPicPr>
        <p:blipFill>
          <a:blip r:embed="rId313"/>
          <a:stretch>
            <a:fillRect/>
          </a:stretch>
        </p:blipFill>
        <p:spPr>
          <a:xfrm>
            <a:off x="6663941" y="3403602"/>
            <a:ext cx="299041" cy="191054"/>
          </a:xfrm>
          <a:prstGeom prst="rect">
            <a:avLst/>
          </a:prstGeom>
        </p:spPr>
      </p:pic>
      <p:pic>
        <p:nvPicPr>
          <p:cNvPr id="333" name="Image 314" descr="preencoded.png"/>
          <p:cNvPicPr>
            <a:picLocks noChangeAspect="1"/>
          </p:cNvPicPr>
          <p:nvPr/>
        </p:nvPicPr>
        <p:blipFill>
          <a:blip r:embed="rId314"/>
          <a:stretch>
            <a:fillRect/>
          </a:stretch>
        </p:blipFill>
        <p:spPr>
          <a:xfrm>
            <a:off x="1160464" y="3405323"/>
            <a:ext cx="132907" cy="182747"/>
          </a:xfrm>
          <a:prstGeom prst="rect">
            <a:avLst/>
          </a:prstGeom>
        </p:spPr>
      </p:pic>
      <p:pic>
        <p:nvPicPr>
          <p:cNvPr id="334" name="Image 315" descr="preencoded.png"/>
          <p:cNvPicPr>
            <a:picLocks noChangeAspect="1"/>
          </p:cNvPicPr>
          <p:nvPr/>
        </p:nvPicPr>
        <p:blipFill>
          <a:blip r:embed="rId315"/>
          <a:stretch>
            <a:fillRect/>
          </a:stretch>
        </p:blipFill>
        <p:spPr>
          <a:xfrm>
            <a:off x="4110992" y="3411556"/>
            <a:ext cx="315654" cy="290734"/>
          </a:xfrm>
          <a:prstGeom prst="rect">
            <a:avLst/>
          </a:prstGeom>
        </p:spPr>
      </p:pic>
      <p:sp>
        <p:nvSpPr>
          <p:cNvPr id="335" name="Shape 17"/>
          <p:cNvSpPr/>
          <p:nvPr/>
        </p:nvSpPr>
        <p:spPr>
          <a:xfrm>
            <a:off x="8923609" y="3417537"/>
            <a:ext cx="154836" cy="154836"/>
          </a:xfrm>
          <a:prstGeom prst="roundRect">
            <a:avLst/>
          </a:prstGeom>
          <a:solidFill>
            <a:srgbClr val="EDF2F7"/>
          </a:solidFill>
          <a:ln/>
        </p:spPr>
      </p:sp>
      <p:sp>
        <p:nvSpPr>
          <p:cNvPr id="336" name="Shape 18"/>
          <p:cNvSpPr/>
          <p:nvPr/>
        </p:nvSpPr>
        <p:spPr>
          <a:xfrm rot="24000">
            <a:off x="10450545" y="3417204"/>
            <a:ext cx="154671" cy="154671"/>
          </a:xfrm>
          <a:prstGeom prst="roundRect">
            <a:avLst/>
          </a:prstGeom>
          <a:solidFill>
            <a:srgbClr val="EDF2F7"/>
          </a:solidFill>
          <a:ln/>
        </p:spPr>
      </p:sp>
      <p:sp>
        <p:nvSpPr>
          <p:cNvPr id="337" name="Shape 19"/>
          <p:cNvSpPr/>
          <p:nvPr/>
        </p:nvSpPr>
        <p:spPr>
          <a:xfrm rot="12000">
            <a:off x="7827792" y="3417869"/>
            <a:ext cx="154172" cy="154172"/>
          </a:xfrm>
          <a:prstGeom prst="roundRect">
            <a:avLst/>
          </a:prstGeom>
          <a:solidFill>
            <a:srgbClr val="EDF2F7"/>
          </a:solidFill>
          <a:ln/>
        </p:spPr>
      </p:sp>
      <p:sp>
        <p:nvSpPr>
          <p:cNvPr id="338" name="Shape 20"/>
          <p:cNvSpPr/>
          <p:nvPr/>
        </p:nvSpPr>
        <p:spPr>
          <a:xfrm>
            <a:off x="9267756" y="3419364"/>
            <a:ext cx="153009" cy="153009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39" name="Shape 21"/>
          <p:cNvSpPr/>
          <p:nvPr/>
        </p:nvSpPr>
        <p:spPr>
          <a:xfrm rot="-6624000">
            <a:off x="9655180" y="3420112"/>
            <a:ext cx="152843" cy="1495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40" name="Shape 22"/>
          <p:cNvSpPr/>
          <p:nvPr/>
        </p:nvSpPr>
        <p:spPr>
          <a:xfrm>
            <a:off x="10053983" y="3419364"/>
            <a:ext cx="152676" cy="15267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41" name="Shape 23"/>
          <p:cNvSpPr/>
          <p:nvPr/>
        </p:nvSpPr>
        <p:spPr>
          <a:xfrm rot="-5952000">
            <a:off x="8226678" y="3424265"/>
            <a:ext cx="149853" cy="14221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42" name="Shape 24"/>
          <p:cNvSpPr/>
          <p:nvPr/>
        </p:nvSpPr>
        <p:spPr>
          <a:xfrm>
            <a:off x="1721381" y="3422521"/>
            <a:ext cx="152178" cy="15217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43" name="Shape 25"/>
          <p:cNvSpPr/>
          <p:nvPr/>
        </p:nvSpPr>
        <p:spPr>
          <a:xfrm>
            <a:off x="7433888" y="3422770"/>
            <a:ext cx="146530" cy="14653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44" name="Shape 26"/>
          <p:cNvSpPr/>
          <p:nvPr/>
        </p:nvSpPr>
        <p:spPr>
          <a:xfrm rot="-9930000">
            <a:off x="8583949" y="3422770"/>
            <a:ext cx="152178" cy="14935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45" name="Image 316" descr="preencoded.png"/>
          <p:cNvPicPr>
            <a:picLocks noChangeAspect="1"/>
          </p:cNvPicPr>
          <p:nvPr/>
        </p:nvPicPr>
        <p:blipFill>
          <a:blip r:embed="rId316"/>
          <a:stretch>
            <a:fillRect/>
          </a:stretch>
        </p:blipFill>
        <p:spPr>
          <a:xfrm>
            <a:off x="1111543" y="3427754"/>
            <a:ext cx="74760" cy="141214"/>
          </a:xfrm>
          <a:prstGeom prst="rect">
            <a:avLst/>
          </a:prstGeom>
        </p:spPr>
      </p:pic>
      <p:pic>
        <p:nvPicPr>
          <p:cNvPr id="346" name="Image 317" descr="preencoded.png"/>
          <p:cNvPicPr>
            <a:picLocks noChangeAspect="1"/>
          </p:cNvPicPr>
          <p:nvPr/>
        </p:nvPicPr>
        <p:blipFill>
          <a:blip r:embed="rId317"/>
          <a:stretch>
            <a:fillRect/>
          </a:stretch>
        </p:blipFill>
        <p:spPr>
          <a:xfrm>
            <a:off x="6775501" y="3427339"/>
            <a:ext cx="74760" cy="141214"/>
          </a:xfrm>
          <a:prstGeom prst="rect">
            <a:avLst/>
          </a:prstGeom>
        </p:spPr>
      </p:pic>
      <p:sp>
        <p:nvSpPr>
          <p:cNvPr id="347" name="Shape 27"/>
          <p:cNvSpPr/>
          <p:nvPr/>
        </p:nvSpPr>
        <p:spPr>
          <a:xfrm>
            <a:off x="4951768" y="3481830"/>
            <a:ext cx="153674" cy="15367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48" name="Shape 28"/>
          <p:cNvSpPr/>
          <p:nvPr/>
        </p:nvSpPr>
        <p:spPr>
          <a:xfrm rot="-6024000">
            <a:off x="3900806" y="3486482"/>
            <a:ext cx="155667" cy="15151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49" name="Shape 29"/>
          <p:cNvSpPr/>
          <p:nvPr/>
        </p:nvSpPr>
        <p:spPr>
          <a:xfrm>
            <a:off x="5387204" y="3482329"/>
            <a:ext cx="152676" cy="15267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50" name="Shape 30"/>
          <p:cNvSpPr/>
          <p:nvPr/>
        </p:nvSpPr>
        <p:spPr>
          <a:xfrm rot="-4008000">
            <a:off x="7828622" y="3902149"/>
            <a:ext cx="151016" cy="147527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51" name="Shape 31"/>
          <p:cNvSpPr/>
          <p:nvPr/>
        </p:nvSpPr>
        <p:spPr>
          <a:xfrm rot="-6186000">
            <a:off x="8582454" y="3901983"/>
            <a:ext cx="149686" cy="14603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52" name="Shape 32"/>
          <p:cNvSpPr/>
          <p:nvPr/>
        </p:nvSpPr>
        <p:spPr>
          <a:xfrm rot="-8742000">
            <a:off x="9654847" y="3901069"/>
            <a:ext cx="152345" cy="14769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53" name="Shape 33"/>
          <p:cNvSpPr/>
          <p:nvPr/>
        </p:nvSpPr>
        <p:spPr>
          <a:xfrm rot="-12000">
            <a:off x="1720883" y="4019854"/>
            <a:ext cx="154671" cy="154671"/>
          </a:xfrm>
          <a:prstGeom prst="roundRect">
            <a:avLst/>
          </a:prstGeom>
          <a:solidFill>
            <a:srgbClr val="EDF2F7"/>
          </a:solidFill>
          <a:ln/>
        </p:spPr>
      </p:sp>
      <p:sp>
        <p:nvSpPr>
          <p:cNvPr id="354" name="Shape 34"/>
          <p:cNvSpPr/>
          <p:nvPr/>
        </p:nvSpPr>
        <p:spPr>
          <a:xfrm rot="-6000">
            <a:off x="3899726" y="4019689"/>
            <a:ext cx="155003" cy="155003"/>
          </a:xfrm>
          <a:prstGeom prst="roundRect">
            <a:avLst/>
          </a:prstGeom>
          <a:solidFill>
            <a:srgbClr val="EDF2F7"/>
          </a:solidFill>
          <a:ln/>
        </p:spPr>
      </p:sp>
      <p:sp>
        <p:nvSpPr>
          <p:cNvPr id="355" name="Shape 35"/>
          <p:cNvSpPr/>
          <p:nvPr/>
        </p:nvSpPr>
        <p:spPr>
          <a:xfrm>
            <a:off x="2234069" y="4020104"/>
            <a:ext cx="153674" cy="15367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56" name="Shape 36"/>
          <p:cNvSpPr/>
          <p:nvPr/>
        </p:nvSpPr>
        <p:spPr>
          <a:xfrm>
            <a:off x="2747921" y="4020353"/>
            <a:ext cx="153176" cy="15317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57" name="Shape 37"/>
          <p:cNvSpPr/>
          <p:nvPr/>
        </p:nvSpPr>
        <p:spPr>
          <a:xfrm rot="-4758000">
            <a:off x="4520983" y="4020602"/>
            <a:ext cx="154006" cy="1516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58" name="Shape 38"/>
          <p:cNvSpPr/>
          <p:nvPr/>
        </p:nvSpPr>
        <p:spPr>
          <a:xfrm>
            <a:off x="5387786" y="4020270"/>
            <a:ext cx="153009" cy="153009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59" name="Shape 39"/>
          <p:cNvSpPr/>
          <p:nvPr/>
        </p:nvSpPr>
        <p:spPr>
          <a:xfrm>
            <a:off x="3456232" y="4022180"/>
            <a:ext cx="147028" cy="148523"/>
          </a:xfrm>
          <a:prstGeom prst="roundRect">
            <a:avLst/>
          </a:prstGeom>
          <a:solidFill>
            <a:srgbClr val="FFFFFF"/>
          </a:solidFill>
          <a:ln/>
        </p:spPr>
      </p:sp>
      <p:pic>
        <p:nvPicPr>
          <p:cNvPr id="360" name="Image 318" descr="preencoded.png"/>
          <p:cNvPicPr>
            <a:picLocks noChangeAspect="1"/>
          </p:cNvPicPr>
          <p:nvPr/>
        </p:nvPicPr>
        <p:blipFill>
          <a:blip r:embed="rId318"/>
          <a:stretch>
            <a:fillRect/>
          </a:stretch>
        </p:blipFill>
        <p:spPr>
          <a:xfrm>
            <a:off x="7735880" y="4146116"/>
            <a:ext cx="340574" cy="182747"/>
          </a:xfrm>
          <a:prstGeom prst="rect">
            <a:avLst/>
          </a:prstGeom>
        </p:spPr>
      </p:pic>
      <p:pic>
        <p:nvPicPr>
          <p:cNvPr id="361" name="Image 319" descr="preencoded.png"/>
          <p:cNvPicPr>
            <a:picLocks noChangeAspect="1"/>
          </p:cNvPicPr>
          <p:nvPr/>
        </p:nvPicPr>
        <p:blipFill>
          <a:blip r:embed="rId319"/>
          <a:stretch>
            <a:fillRect/>
          </a:stretch>
        </p:blipFill>
        <p:spPr>
          <a:xfrm>
            <a:off x="9561725" y="4146532"/>
            <a:ext cx="340574" cy="182747"/>
          </a:xfrm>
          <a:prstGeom prst="rect">
            <a:avLst/>
          </a:prstGeom>
        </p:spPr>
      </p:pic>
      <p:pic>
        <p:nvPicPr>
          <p:cNvPr id="362" name="Image 320" descr="preencoded.png"/>
          <p:cNvPicPr>
            <a:picLocks noChangeAspect="1"/>
          </p:cNvPicPr>
          <p:nvPr/>
        </p:nvPicPr>
        <p:blipFill>
          <a:blip r:embed="rId320"/>
          <a:stretch>
            <a:fillRect/>
          </a:stretch>
        </p:blipFill>
        <p:spPr>
          <a:xfrm>
            <a:off x="2636507" y="4270684"/>
            <a:ext cx="373801" cy="290734"/>
          </a:xfrm>
          <a:prstGeom prst="rect">
            <a:avLst/>
          </a:prstGeom>
        </p:spPr>
      </p:pic>
      <p:sp>
        <p:nvSpPr>
          <p:cNvPr id="363" name="Shape 40"/>
          <p:cNvSpPr/>
          <p:nvPr/>
        </p:nvSpPr>
        <p:spPr>
          <a:xfrm rot="-12000">
            <a:off x="2233654" y="4761144"/>
            <a:ext cx="155501" cy="155501"/>
          </a:xfrm>
          <a:prstGeom prst="roundRect">
            <a:avLst/>
          </a:prstGeom>
          <a:solidFill>
            <a:srgbClr val="EDF2F7"/>
          </a:solidFill>
          <a:ln/>
        </p:spPr>
      </p:sp>
      <p:sp>
        <p:nvSpPr>
          <p:cNvPr id="364" name="Shape 41"/>
          <p:cNvSpPr/>
          <p:nvPr/>
        </p:nvSpPr>
        <p:spPr>
          <a:xfrm rot="-6546000">
            <a:off x="2741275" y="4763552"/>
            <a:ext cx="154172" cy="151181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65" name="Shape 42"/>
          <p:cNvSpPr/>
          <p:nvPr/>
        </p:nvSpPr>
        <p:spPr>
          <a:xfrm>
            <a:off x="3452992" y="4762057"/>
            <a:ext cx="152013" cy="152013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66" name="Image 321" descr="preencoded.png"/>
          <p:cNvPicPr>
            <a:picLocks noChangeAspect="1"/>
          </p:cNvPicPr>
          <p:nvPr/>
        </p:nvPicPr>
        <p:blipFill>
          <a:blip r:embed="rId321"/>
          <a:stretch>
            <a:fillRect/>
          </a:stretch>
        </p:blipFill>
        <p:spPr>
          <a:xfrm>
            <a:off x="2647312" y="5025462"/>
            <a:ext cx="340574" cy="182747"/>
          </a:xfrm>
          <a:prstGeom prst="rect">
            <a:avLst/>
          </a:prstGeom>
        </p:spPr>
      </p:pic>
      <p:pic>
        <p:nvPicPr>
          <p:cNvPr id="367" name="Image 322" descr="preencoded.png"/>
          <p:cNvPicPr>
            <a:picLocks noChangeAspect="1"/>
          </p:cNvPicPr>
          <p:nvPr/>
        </p:nvPicPr>
        <p:blipFill>
          <a:blip r:embed="rId322"/>
          <a:stretch>
            <a:fillRect/>
          </a:stretch>
        </p:blipFill>
        <p:spPr>
          <a:xfrm>
            <a:off x="3400356" y="5032606"/>
            <a:ext cx="257507" cy="257507"/>
          </a:xfrm>
          <a:prstGeom prst="rect">
            <a:avLst/>
          </a:prstGeom>
        </p:spPr>
      </p:pic>
      <p:pic>
        <p:nvPicPr>
          <p:cNvPr id="368" name="Image 323" descr="preencoded.png"/>
          <p:cNvPicPr>
            <a:picLocks noChangeAspect="1"/>
          </p:cNvPicPr>
          <p:nvPr/>
        </p:nvPicPr>
        <p:blipFill>
          <a:blip r:embed="rId323"/>
          <a:stretch>
            <a:fillRect/>
          </a:stretch>
        </p:blipFill>
        <p:spPr>
          <a:xfrm>
            <a:off x="2159101" y="2043444"/>
            <a:ext cx="83067" cy="49840"/>
          </a:xfrm>
          <a:prstGeom prst="rect">
            <a:avLst/>
          </a:prstGeom>
        </p:spPr>
      </p:pic>
      <p:sp>
        <p:nvSpPr>
          <p:cNvPr id="369" name="Shape 43"/>
          <p:cNvSpPr/>
          <p:nvPr/>
        </p:nvSpPr>
        <p:spPr>
          <a:xfrm rot="12000">
            <a:off x="2243705" y="2043943"/>
            <a:ext cx="78582" cy="46185"/>
          </a:xfrm>
          <a:prstGeom prst="roundRect">
            <a:avLst/>
          </a:prstGeom>
          <a:solidFill>
            <a:srgbClr val="10385C"/>
          </a:solidFill>
          <a:ln/>
        </p:spPr>
      </p:sp>
      <p:pic>
        <p:nvPicPr>
          <p:cNvPr id="370" name="Image 324" descr="preencoded.png"/>
          <p:cNvPicPr>
            <a:picLocks noChangeAspect="1"/>
          </p:cNvPicPr>
          <p:nvPr/>
        </p:nvPicPr>
        <p:blipFill>
          <a:blip r:embed="rId324"/>
          <a:stretch>
            <a:fillRect/>
          </a:stretch>
        </p:blipFill>
        <p:spPr>
          <a:xfrm>
            <a:off x="2326606" y="2043777"/>
            <a:ext cx="83067" cy="49840"/>
          </a:xfrm>
          <a:prstGeom prst="rect">
            <a:avLst/>
          </a:prstGeom>
        </p:spPr>
      </p:pic>
      <p:pic>
        <p:nvPicPr>
          <p:cNvPr id="371" name="Image 325" descr="preencoded.png"/>
          <p:cNvPicPr>
            <a:picLocks noChangeAspect="1"/>
          </p:cNvPicPr>
          <p:nvPr/>
        </p:nvPicPr>
        <p:blipFill>
          <a:blip r:embed="rId325"/>
          <a:stretch>
            <a:fillRect/>
          </a:stretch>
        </p:blipFill>
        <p:spPr>
          <a:xfrm>
            <a:off x="2145895" y="2092205"/>
            <a:ext cx="274121" cy="49840"/>
          </a:xfrm>
          <a:prstGeom prst="rect">
            <a:avLst/>
          </a:prstGeom>
        </p:spPr>
      </p:pic>
      <p:pic>
        <p:nvPicPr>
          <p:cNvPr id="372" name="Image 326" descr="preencoded.png"/>
          <p:cNvPicPr>
            <a:picLocks noChangeAspect="1"/>
          </p:cNvPicPr>
          <p:nvPr/>
        </p:nvPicPr>
        <p:blipFill>
          <a:blip r:embed="rId326"/>
          <a:stretch>
            <a:fillRect/>
          </a:stretch>
        </p:blipFill>
        <p:spPr>
          <a:xfrm>
            <a:off x="2130005" y="2146033"/>
            <a:ext cx="307347" cy="58147"/>
          </a:xfrm>
          <a:prstGeom prst="rect">
            <a:avLst/>
          </a:prstGeom>
        </p:spPr>
      </p:pic>
      <p:sp>
        <p:nvSpPr>
          <p:cNvPr id="373" name="Shape 44"/>
          <p:cNvSpPr/>
          <p:nvPr/>
        </p:nvSpPr>
        <p:spPr>
          <a:xfrm rot="18000">
            <a:off x="5310202" y="2674504"/>
            <a:ext cx="77917" cy="33061"/>
          </a:xfrm>
          <a:prstGeom prst="roundRect">
            <a:avLst/>
          </a:prstGeom>
          <a:solidFill>
            <a:srgbClr val="EDF2F7"/>
          </a:solidFill>
          <a:ln/>
        </p:spPr>
      </p:sp>
      <p:sp>
        <p:nvSpPr>
          <p:cNvPr id="374" name="Shape 45"/>
          <p:cNvSpPr/>
          <p:nvPr/>
        </p:nvSpPr>
        <p:spPr>
          <a:xfrm rot="-18000">
            <a:off x="5538220" y="2675749"/>
            <a:ext cx="73597" cy="32562"/>
          </a:xfrm>
          <a:prstGeom prst="roundRect">
            <a:avLst/>
          </a:prstGeom>
          <a:solidFill>
            <a:srgbClr val="EDF2F7"/>
          </a:solidFill>
          <a:ln/>
        </p:spPr>
      </p:sp>
      <p:pic>
        <p:nvPicPr>
          <p:cNvPr id="375" name="Image 327" descr="preencoded.png"/>
          <p:cNvPicPr>
            <a:picLocks noChangeAspect="1"/>
          </p:cNvPicPr>
          <p:nvPr/>
        </p:nvPicPr>
        <p:blipFill>
          <a:blip r:embed="rId327"/>
          <a:stretch>
            <a:fillRect/>
          </a:stretch>
        </p:blipFill>
        <p:spPr>
          <a:xfrm>
            <a:off x="5257869" y="2719360"/>
            <a:ext cx="407028" cy="639615"/>
          </a:xfrm>
          <a:prstGeom prst="rect">
            <a:avLst/>
          </a:prstGeom>
        </p:spPr>
      </p:pic>
      <p:pic>
        <p:nvPicPr>
          <p:cNvPr id="376" name="Image 328" descr="preencoded.png"/>
          <p:cNvPicPr>
            <a:picLocks noChangeAspect="1"/>
          </p:cNvPicPr>
          <p:nvPr/>
        </p:nvPicPr>
        <p:blipFill>
          <a:blip r:embed="rId328"/>
          <a:stretch>
            <a:fillRect/>
          </a:stretch>
        </p:blipFill>
        <p:spPr>
          <a:xfrm>
            <a:off x="7383416" y="3099391"/>
            <a:ext cx="83067" cy="49840"/>
          </a:xfrm>
          <a:prstGeom prst="rect">
            <a:avLst/>
          </a:prstGeom>
        </p:spPr>
      </p:pic>
      <p:sp>
        <p:nvSpPr>
          <p:cNvPr id="377" name="Shape 46"/>
          <p:cNvSpPr/>
          <p:nvPr/>
        </p:nvSpPr>
        <p:spPr>
          <a:xfrm rot="-6000">
            <a:off x="7465371" y="3099723"/>
            <a:ext cx="82402" cy="47349"/>
          </a:xfrm>
          <a:prstGeom prst="roundRect">
            <a:avLst/>
          </a:prstGeom>
          <a:solidFill>
            <a:srgbClr val="D56957"/>
          </a:solidFill>
          <a:ln/>
        </p:spPr>
      </p:sp>
      <p:pic>
        <p:nvPicPr>
          <p:cNvPr id="378" name="Image 329" descr="preencoded.png"/>
          <p:cNvPicPr>
            <a:picLocks noChangeAspect="1"/>
          </p:cNvPicPr>
          <p:nvPr/>
        </p:nvPicPr>
        <p:blipFill>
          <a:blip r:embed="rId329"/>
          <a:stretch>
            <a:fillRect/>
          </a:stretch>
        </p:blipFill>
        <p:spPr>
          <a:xfrm>
            <a:off x="7551841" y="3101218"/>
            <a:ext cx="91373" cy="99681"/>
          </a:xfrm>
          <a:prstGeom prst="rect">
            <a:avLst/>
          </a:prstGeom>
        </p:spPr>
      </p:pic>
      <p:pic>
        <p:nvPicPr>
          <p:cNvPr id="379" name="Image 330" descr="preencoded.png"/>
          <p:cNvPicPr>
            <a:picLocks noChangeAspect="1"/>
          </p:cNvPicPr>
          <p:nvPr/>
        </p:nvPicPr>
        <p:blipFill>
          <a:blip r:embed="rId330"/>
          <a:stretch>
            <a:fillRect/>
          </a:stretch>
        </p:blipFill>
        <p:spPr>
          <a:xfrm>
            <a:off x="7369738" y="3148317"/>
            <a:ext cx="91373" cy="49840"/>
          </a:xfrm>
          <a:prstGeom prst="rect">
            <a:avLst/>
          </a:prstGeom>
        </p:spPr>
      </p:pic>
      <p:sp>
        <p:nvSpPr>
          <p:cNvPr id="380" name="Shape 47"/>
          <p:cNvSpPr/>
          <p:nvPr/>
        </p:nvSpPr>
        <p:spPr>
          <a:xfrm rot="18000">
            <a:off x="7462630" y="3148151"/>
            <a:ext cx="90211" cy="52830"/>
          </a:xfrm>
          <a:prstGeom prst="roundRect">
            <a:avLst/>
          </a:prstGeom>
          <a:solidFill>
            <a:srgbClr val="D56957"/>
          </a:solidFill>
          <a:ln/>
        </p:spPr>
      </p:sp>
      <p:pic>
        <p:nvPicPr>
          <p:cNvPr id="381" name="Image 331" descr="preencoded.png"/>
          <p:cNvPicPr>
            <a:picLocks noChangeAspect="1"/>
          </p:cNvPicPr>
          <p:nvPr/>
        </p:nvPicPr>
        <p:blipFill>
          <a:blip r:embed="rId331"/>
          <a:stretch>
            <a:fillRect/>
          </a:stretch>
        </p:blipFill>
        <p:spPr>
          <a:xfrm>
            <a:off x="7354342" y="3200815"/>
            <a:ext cx="307347" cy="58147"/>
          </a:xfrm>
          <a:prstGeom prst="rect">
            <a:avLst/>
          </a:prstGeom>
        </p:spPr>
      </p:pic>
      <p:pic>
        <p:nvPicPr>
          <p:cNvPr id="382" name="Image 332" descr="preencoded.png"/>
          <p:cNvPicPr>
            <a:picLocks noChangeAspect="1"/>
          </p:cNvPicPr>
          <p:nvPr/>
        </p:nvPicPr>
        <p:blipFill>
          <a:blip r:embed="rId332"/>
          <a:stretch>
            <a:fillRect/>
          </a:stretch>
        </p:blipFill>
        <p:spPr>
          <a:xfrm>
            <a:off x="10972786" y="3222080"/>
            <a:ext cx="357188" cy="589774"/>
          </a:xfrm>
          <a:prstGeom prst="rect">
            <a:avLst/>
          </a:prstGeom>
        </p:spPr>
      </p:pic>
      <p:pic>
        <p:nvPicPr>
          <p:cNvPr id="383" name="Image 333" descr="preencoded.png"/>
          <p:cNvPicPr>
            <a:picLocks noChangeAspect="1"/>
          </p:cNvPicPr>
          <p:nvPr/>
        </p:nvPicPr>
        <p:blipFill>
          <a:blip r:embed="rId333"/>
          <a:stretch>
            <a:fillRect/>
          </a:stretch>
        </p:blipFill>
        <p:spPr>
          <a:xfrm>
            <a:off x="652872" y="3425977"/>
            <a:ext cx="207668" cy="149520"/>
          </a:xfrm>
          <a:prstGeom prst="rect">
            <a:avLst/>
          </a:prstGeom>
        </p:spPr>
      </p:pic>
      <p:pic>
        <p:nvPicPr>
          <p:cNvPr id="384" name="Image 334" descr="preencoded.png"/>
          <p:cNvPicPr>
            <a:picLocks noChangeAspect="1"/>
          </p:cNvPicPr>
          <p:nvPr/>
        </p:nvPicPr>
        <p:blipFill>
          <a:blip r:embed="rId334"/>
          <a:stretch>
            <a:fillRect/>
          </a:stretch>
        </p:blipFill>
        <p:spPr>
          <a:xfrm>
            <a:off x="6317424" y="3425815"/>
            <a:ext cx="207668" cy="149520"/>
          </a:xfrm>
          <a:prstGeom prst="rect">
            <a:avLst/>
          </a:prstGeom>
        </p:spPr>
      </p:pic>
      <p:pic>
        <p:nvPicPr>
          <p:cNvPr id="385" name="Image 335" descr="preencoded.png"/>
          <p:cNvPicPr>
            <a:picLocks noChangeAspect="1"/>
          </p:cNvPicPr>
          <p:nvPr/>
        </p:nvPicPr>
        <p:blipFill>
          <a:blip r:embed="rId335"/>
          <a:stretch>
            <a:fillRect/>
          </a:stretch>
        </p:blipFill>
        <p:spPr>
          <a:xfrm>
            <a:off x="4139567" y="3429997"/>
            <a:ext cx="257507" cy="257507"/>
          </a:xfrm>
          <a:prstGeom prst="rect">
            <a:avLst/>
          </a:prstGeom>
        </p:spPr>
      </p:pic>
      <p:pic>
        <p:nvPicPr>
          <p:cNvPr id="386" name="Image 336" descr="preencoded.png"/>
          <p:cNvPicPr>
            <a:picLocks noChangeAspect="1"/>
          </p:cNvPicPr>
          <p:nvPr/>
        </p:nvPicPr>
        <p:blipFill>
          <a:blip r:embed="rId336"/>
          <a:stretch>
            <a:fillRect/>
          </a:stretch>
        </p:blipFill>
        <p:spPr>
          <a:xfrm>
            <a:off x="7779256" y="4156084"/>
            <a:ext cx="249201" cy="49840"/>
          </a:xfrm>
          <a:prstGeom prst="rect">
            <a:avLst/>
          </a:prstGeom>
        </p:spPr>
      </p:pic>
      <p:pic>
        <p:nvPicPr>
          <p:cNvPr id="387" name="Image 337" descr="preencoded.png"/>
          <p:cNvPicPr>
            <a:picLocks noChangeAspect="1"/>
          </p:cNvPicPr>
          <p:nvPr/>
        </p:nvPicPr>
        <p:blipFill>
          <a:blip r:embed="rId337"/>
          <a:stretch>
            <a:fillRect/>
          </a:stretch>
        </p:blipFill>
        <p:spPr>
          <a:xfrm>
            <a:off x="9606775" y="4155669"/>
            <a:ext cx="249201" cy="49840"/>
          </a:xfrm>
          <a:prstGeom prst="rect">
            <a:avLst/>
          </a:prstGeom>
        </p:spPr>
      </p:pic>
      <p:pic>
        <p:nvPicPr>
          <p:cNvPr id="388" name="Image 338" descr="preencoded.png"/>
          <p:cNvPicPr>
            <a:picLocks noChangeAspect="1"/>
          </p:cNvPicPr>
          <p:nvPr/>
        </p:nvPicPr>
        <p:blipFill>
          <a:blip r:embed="rId338"/>
          <a:stretch>
            <a:fillRect/>
          </a:stretch>
        </p:blipFill>
        <p:spPr>
          <a:xfrm>
            <a:off x="7767378" y="4204097"/>
            <a:ext cx="274121" cy="49840"/>
          </a:xfrm>
          <a:prstGeom prst="rect">
            <a:avLst/>
          </a:prstGeom>
        </p:spPr>
      </p:pic>
      <p:pic>
        <p:nvPicPr>
          <p:cNvPr id="389" name="Image 339" descr="preencoded.png"/>
          <p:cNvPicPr>
            <a:picLocks noChangeAspect="1"/>
          </p:cNvPicPr>
          <p:nvPr/>
        </p:nvPicPr>
        <p:blipFill>
          <a:blip r:embed="rId339"/>
          <a:stretch>
            <a:fillRect/>
          </a:stretch>
        </p:blipFill>
        <p:spPr>
          <a:xfrm>
            <a:off x="9593168" y="4204097"/>
            <a:ext cx="274121" cy="49840"/>
          </a:xfrm>
          <a:prstGeom prst="rect">
            <a:avLst/>
          </a:prstGeom>
        </p:spPr>
      </p:pic>
      <p:pic>
        <p:nvPicPr>
          <p:cNvPr id="390" name="Image 340" descr="preencoded.png"/>
          <p:cNvPicPr>
            <a:picLocks noChangeAspect="1"/>
          </p:cNvPicPr>
          <p:nvPr/>
        </p:nvPicPr>
        <p:blipFill>
          <a:blip r:embed="rId340"/>
          <a:stretch>
            <a:fillRect/>
          </a:stretch>
        </p:blipFill>
        <p:spPr>
          <a:xfrm>
            <a:off x="7751155" y="4255598"/>
            <a:ext cx="307347" cy="58147"/>
          </a:xfrm>
          <a:prstGeom prst="rect">
            <a:avLst/>
          </a:prstGeom>
        </p:spPr>
      </p:pic>
      <p:pic>
        <p:nvPicPr>
          <p:cNvPr id="391" name="Image 341" descr="preencoded.png"/>
          <p:cNvPicPr>
            <a:picLocks noChangeAspect="1"/>
          </p:cNvPicPr>
          <p:nvPr/>
        </p:nvPicPr>
        <p:blipFill>
          <a:blip r:embed="rId341"/>
          <a:stretch>
            <a:fillRect/>
          </a:stretch>
        </p:blipFill>
        <p:spPr>
          <a:xfrm>
            <a:off x="9577109" y="4257673"/>
            <a:ext cx="307347" cy="58147"/>
          </a:xfrm>
          <a:prstGeom prst="rect">
            <a:avLst/>
          </a:prstGeom>
        </p:spPr>
      </p:pic>
      <p:pic>
        <p:nvPicPr>
          <p:cNvPr id="392" name="Image 342" descr="preencoded.png"/>
          <p:cNvPicPr>
            <a:picLocks noChangeAspect="1"/>
          </p:cNvPicPr>
          <p:nvPr/>
        </p:nvPicPr>
        <p:blipFill>
          <a:blip r:embed="rId342"/>
          <a:stretch>
            <a:fillRect/>
          </a:stretch>
        </p:blipFill>
        <p:spPr>
          <a:xfrm>
            <a:off x="2655019" y="4287080"/>
            <a:ext cx="340574" cy="182747"/>
          </a:xfrm>
          <a:prstGeom prst="rect">
            <a:avLst/>
          </a:prstGeom>
        </p:spPr>
      </p:pic>
      <p:pic>
        <p:nvPicPr>
          <p:cNvPr id="393" name="Image 343" descr="preencoded.png"/>
          <p:cNvPicPr>
            <a:picLocks noChangeAspect="1"/>
          </p:cNvPicPr>
          <p:nvPr/>
        </p:nvPicPr>
        <p:blipFill>
          <a:blip r:embed="rId343"/>
          <a:stretch>
            <a:fillRect/>
          </a:stretch>
        </p:blipFill>
        <p:spPr>
          <a:xfrm>
            <a:off x="2691653" y="5035679"/>
            <a:ext cx="249201" cy="49840"/>
          </a:xfrm>
          <a:prstGeom prst="rect">
            <a:avLst/>
          </a:prstGeom>
        </p:spPr>
      </p:pic>
      <p:pic>
        <p:nvPicPr>
          <p:cNvPr id="394" name="Image 344" descr="preencoded.png"/>
          <p:cNvPicPr>
            <a:picLocks noChangeAspect="1"/>
          </p:cNvPicPr>
          <p:nvPr/>
        </p:nvPicPr>
        <p:blipFill>
          <a:blip r:embed="rId344"/>
          <a:stretch>
            <a:fillRect/>
          </a:stretch>
        </p:blipFill>
        <p:spPr>
          <a:xfrm>
            <a:off x="2677892" y="5087180"/>
            <a:ext cx="274121" cy="49840"/>
          </a:xfrm>
          <a:prstGeom prst="rect">
            <a:avLst/>
          </a:prstGeom>
        </p:spPr>
      </p:pic>
      <p:pic>
        <p:nvPicPr>
          <p:cNvPr id="395" name="Image 345" descr="preencoded.png"/>
          <p:cNvPicPr>
            <a:picLocks noChangeAspect="1"/>
          </p:cNvPicPr>
          <p:nvPr/>
        </p:nvPicPr>
        <p:blipFill>
          <a:blip r:embed="rId345"/>
          <a:stretch>
            <a:fillRect/>
          </a:stretch>
        </p:blipFill>
        <p:spPr>
          <a:xfrm>
            <a:off x="2664296" y="5139429"/>
            <a:ext cx="307347" cy="58147"/>
          </a:xfrm>
          <a:prstGeom prst="rect">
            <a:avLst/>
          </a:prstGeom>
        </p:spPr>
      </p:pic>
      <p:pic>
        <p:nvPicPr>
          <p:cNvPr id="396" name="Image 346" descr="preencoded.png"/>
          <p:cNvPicPr>
            <a:picLocks noChangeAspect="1"/>
          </p:cNvPicPr>
          <p:nvPr/>
        </p:nvPicPr>
        <p:blipFill>
          <a:blip r:embed="rId346"/>
          <a:stretch>
            <a:fillRect/>
          </a:stretch>
        </p:blipFill>
        <p:spPr>
          <a:xfrm>
            <a:off x="11278057" y="3259876"/>
            <a:ext cx="41534" cy="141214"/>
          </a:xfrm>
          <a:prstGeom prst="rect">
            <a:avLst/>
          </a:prstGeom>
        </p:spPr>
      </p:pic>
      <p:pic>
        <p:nvPicPr>
          <p:cNvPr id="397" name="Image 347" descr="preencoded.png"/>
          <p:cNvPicPr>
            <a:picLocks noChangeAspect="1"/>
          </p:cNvPicPr>
          <p:nvPr/>
        </p:nvPicPr>
        <p:blipFill>
          <a:blip r:embed="rId347"/>
          <a:stretch>
            <a:fillRect/>
          </a:stretch>
        </p:blipFill>
        <p:spPr>
          <a:xfrm>
            <a:off x="11006593" y="3381071"/>
            <a:ext cx="290734" cy="116293"/>
          </a:xfrm>
          <a:prstGeom prst="rect">
            <a:avLst/>
          </a:prstGeom>
        </p:spPr>
      </p:pic>
      <p:pic>
        <p:nvPicPr>
          <p:cNvPr id="398" name="Image 348" descr="preencoded.png"/>
          <p:cNvPicPr>
            <a:picLocks noChangeAspect="1"/>
          </p:cNvPicPr>
          <p:nvPr/>
        </p:nvPicPr>
        <p:blipFill>
          <a:blip r:embed="rId348"/>
          <a:stretch>
            <a:fillRect/>
          </a:stretch>
        </p:blipFill>
        <p:spPr>
          <a:xfrm>
            <a:off x="10983501" y="3381735"/>
            <a:ext cx="307347" cy="199360"/>
          </a:xfrm>
          <a:prstGeom prst="rect">
            <a:avLst/>
          </a:prstGeom>
        </p:spPr>
      </p:pic>
      <p:pic>
        <p:nvPicPr>
          <p:cNvPr id="399" name="Image 349" descr="preencoded.png"/>
          <p:cNvPicPr>
            <a:picLocks noChangeAspect="1"/>
          </p:cNvPicPr>
          <p:nvPr/>
        </p:nvPicPr>
        <p:blipFill>
          <a:blip r:embed="rId349"/>
          <a:stretch>
            <a:fillRect/>
          </a:stretch>
        </p:blipFill>
        <p:spPr>
          <a:xfrm>
            <a:off x="5284700" y="2745858"/>
            <a:ext cx="348881" cy="581468"/>
          </a:xfrm>
          <a:prstGeom prst="rect">
            <a:avLst/>
          </a:prstGeom>
        </p:spPr>
      </p:pic>
      <p:pic>
        <p:nvPicPr>
          <p:cNvPr id="400" name="Image 350" descr="preencoded.png"/>
          <p:cNvPicPr>
            <a:picLocks noChangeAspect="1"/>
          </p:cNvPicPr>
          <p:nvPr/>
        </p:nvPicPr>
        <p:blipFill>
          <a:blip r:embed="rId350"/>
          <a:stretch>
            <a:fillRect/>
          </a:stretch>
        </p:blipFill>
        <p:spPr>
          <a:xfrm>
            <a:off x="10987655" y="3237780"/>
            <a:ext cx="323961" cy="556548"/>
          </a:xfrm>
          <a:prstGeom prst="rect">
            <a:avLst/>
          </a:prstGeom>
        </p:spPr>
      </p:pic>
      <p:pic>
        <p:nvPicPr>
          <p:cNvPr id="401" name="Image 351" descr="preencoded.png"/>
          <p:cNvPicPr>
            <a:picLocks noChangeAspect="1"/>
          </p:cNvPicPr>
          <p:nvPr/>
        </p:nvPicPr>
        <p:blipFill>
          <a:blip r:embed="rId351"/>
          <a:stretch>
            <a:fillRect/>
          </a:stretch>
        </p:blipFill>
        <p:spPr>
          <a:xfrm>
            <a:off x="2698944" y="4297297"/>
            <a:ext cx="83067" cy="49840"/>
          </a:xfrm>
          <a:prstGeom prst="rect">
            <a:avLst/>
          </a:prstGeom>
        </p:spPr>
      </p:pic>
      <p:sp>
        <p:nvSpPr>
          <p:cNvPr id="402" name="Shape 48"/>
          <p:cNvSpPr/>
          <p:nvPr/>
        </p:nvSpPr>
        <p:spPr>
          <a:xfrm rot="-36000">
            <a:off x="2782476" y="4297381"/>
            <a:ext cx="82568" cy="47847"/>
          </a:xfrm>
          <a:prstGeom prst="roundRect">
            <a:avLst/>
          </a:prstGeom>
          <a:solidFill>
            <a:srgbClr val="10385C"/>
          </a:solidFill>
          <a:ln/>
        </p:spPr>
      </p:sp>
      <p:pic>
        <p:nvPicPr>
          <p:cNvPr id="403" name="Image 352" descr="preencoded.png"/>
          <p:cNvPicPr>
            <a:picLocks noChangeAspect="1"/>
          </p:cNvPicPr>
          <p:nvPr/>
        </p:nvPicPr>
        <p:blipFill>
          <a:blip r:embed="rId352"/>
          <a:stretch>
            <a:fillRect/>
          </a:stretch>
        </p:blipFill>
        <p:spPr>
          <a:xfrm>
            <a:off x="2868534" y="4297878"/>
            <a:ext cx="83067" cy="49840"/>
          </a:xfrm>
          <a:prstGeom prst="rect">
            <a:avLst/>
          </a:prstGeom>
        </p:spPr>
      </p:pic>
      <p:pic>
        <p:nvPicPr>
          <p:cNvPr id="404" name="Image 353" descr="preencoded.png"/>
          <p:cNvPicPr>
            <a:picLocks noChangeAspect="1"/>
          </p:cNvPicPr>
          <p:nvPr/>
        </p:nvPicPr>
        <p:blipFill>
          <a:blip r:embed="rId353"/>
          <a:stretch>
            <a:fillRect/>
          </a:stretch>
        </p:blipFill>
        <p:spPr>
          <a:xfrm>
            <a:off x="2687198" y="4346723"/>
            <a:ext cx="274121" cy="49840"/>
          </a:xfrm>
          <a:prstGeom prst="rect">
            <a:avLst/>
          </a:prstGeom>
        </p:spPr>
      </p:pic>
      <p:pic>
        <p:nvPicPr>
          <p:cNvPr id="405" name="Image 354" descr="preencoded.png"/>
          <p:cNvPicPr>
            <a:picLocks noChangeAspect="1"/>
          </p:cNvPicPr>
          <p:nvPr/>
        </p:nvPicPr>
        <p:blipFill>
          <a:blip r:embed="rId354"/>
          <a:stretch>
            <a:fillRect/>
          </a:stretch>
        </p:blipFill>
        <p:spPr>
          <a:xfrm>
            <a:off x="2672356" y="4399720"/>
            <a:ext cx="307347" cy="58147"/>
          </a:xfrm>
          <a:prstGeom prst="rect">
            <a:avLst/>
          </a:prstGeom>
        </p:spPr>
      </p:pic>
      <p:pic>
        <p:nvPicPr>
          <p:cNvPr id="406" name="Image 355" descr="preencoded.png"/>
          <p:cNvPicPr>
            <a:picLocks noChangeAspect="1"/>
          </p:cNvPicPr>
          <p:nvPr/>
        </p:nvPicPr>
        <p:blipFill>
          <a:blip r:embed="rId355"/>
          <a:stretch>
            <a:fillRect/>
          </a:stretch>
        </p:blipFill>
        <p:spPr>
          <a:xfrm>
            <a:off x="5300814" y="2761724"/>
            <a:ext cx="323961" cy="556548"/>
          </a:xfrm>
          <a:prstGeom prst="rect">
            <a:avLst/>
          </a:prstGeom>
        </p:spPr>
      </p:pic>
      <p:pic>
        <p:nvPicPr>
          <p:cNvPr id="407" name="Image 356" descr="preencoded.png"/>
          <p:cNvPicPr>
            <a:picLocks noChangeAspect="1"/>
          </p:cNvPicPr>
          <p:nvPr/>
        </p:nvPicPr>
        <p:blipFill>
          <a:blip r:embed="rId356"/>
          <a:stretch>
            <a:fillRect/>
          </a:stretch>
        </p:blipFill>
        <p:spPr>
          <a:xfrm>
            <a:off x="11117263" y="3264324"/>
            <a:ext cx="66453" cy="99681"/>
          </a:xfrm>
          <a:prstGeom prst="rect">
            <a:avLst/>
          </a:prstGeom>
        </p:spPr>
      </p:pic>
      <p:sp>
        <p:nvSpPr>
          <p:cNvPr id="408" name="Shape 49"/>
          <p:cNvSpPr/>
          <p:nvPr/>
        </p:nvSpPr>
        <p:spPr>
          <a:xfrm rot="6000">
            <a:off x="11007758" y="3583172"/>
            <a:ext cx="282925" cy="89878"/>
          </a:xfrm>
          <a:prstGeom prst="roundRect">
            <a:avLst/>
          </a:prstGeom>
          <a:solidFill>
            <a:srgbClr val="D1AA70"/>
          </a:solidFill>
          <a:ln/>
        </p:spPr>
      </p:sp>
      <p:sp>
        <p:nvSpPr>
          <p:cNvPr id="409" name="Shape 50"/>
          <p:cNvSpPr/>
          <p:nvPr/>
        </p:nvSpPr>
        <p:spPr>
          <a:xfrm rot="-6000">
            <a:off x="11008421" y="3681274"/>
            <a:ext cx="282095" cy="92204"/>
          </a:xfrm>
          <a:prstGeom prst="roundRect">
            <a:avLst/>
          </a:prstGeom>
          <a:solidFill>
            <a:srgbClr val="D1AA70"/>
          </a:solidFill>
          <a:ln/>
        </p:spPr>
      </p:sp>
      <p:pic>
        <p:nvPicPr>
          <p:cNvPr id="410" name="Image 357" descr="preencoded.png"/>
          <p:cNvPicPr>
            <a:picLocks noChangeAspect="1"/>
          </p:cNvPicPr>
          <p:nvPr/>
        </p:nvPicPr>
        <p:blipFill>
          <a:blip r:embed="rId357"/>
          <a:stretch>
            <a:fillRect/>
          </a:stretch>
        </p:blipFill>
        <p:spPr>
          <a:xfrm>
            <a:off x="5428467" y="2788546"/>
            <a:ext cx="74760" cy="99681"/>
          </a:xfrm>
          <a:prstGeom prst="rect">
            <a:avLst/>
          </a:prstGeom>
        </p:spPr>
      </p:pic>
      <p:sp>
        <p:nvSpPr>
          <p:cNvPr id="411" name="Shape 51"/>
          <p:cNvSpPr/>
          <p:nvPr/>
        </p:nvSpPr>
        <p:spPr>
          <a:xfrm>
            <a:off x="5321748" y="2907174"/>
            <a:ext cx="280434" cy="90875"/>
          </a:xfrm>
          <a:prstGeom prst="roundRect">
            <a:avLst/>
          </a:prstGeom>
          <a:solidFill>
            <a:srgbClr val="10385C"/>
          </a:solidFill>
          <a:ln/>
        </p:spPr>
      </p:sp>
      <p:sp>
        <p:nvSpPr>
          <p:cNvPr id="412" name="Shape 52"/>
          <p:cNvSpPr/>
          <p:nvPr/>
        </p:nvSpPr>
        <p:spPr>
          <a:xfrm rot="18000">
            <a:off x="5322163" y="3006106"/>
            <a:ext cx="279769" cy="90211"/>
          </a:xfrm>
          <a:prstGeom prst="roundRect">
            <a:avLst/>
          </a:prstGeom>
          <a:solidFill>
            <a:srgbClr val="10385C"/>
          </a:solidFill>
          <a:ln/>
        </p:spPr>
      </p:sp>
      <p:sp>
        <p:nvSpPr>
          <p:cNvPr id="413" name="Shape 53"/>
          <p:cNvSpPr/>
          <p:nvPr/>
        </p:nvSpPr>
        <p:spPr>
          <a:xfrm rot="-6000">
            <a:off x="5321914" y="3104541"/>
            <a:ext cx="280434" cy="90211"/>
          </a:xfrm>
          <a:prstGeom prst="roundRect">
            <a:avLst/>
          </a:prstGeom>
          <a:solidFill>
            <a:srgbClr val="10385C"/>
          </a:solidFill>
          <a:ln/>
        </p:spPr>
      </p:sp>
      <p:sp>
        <p:nvSpPr>
          <p:cNvPr id="414" name="Shape 54"/>
          <p:cNvSpPr/>
          <p:nvPr/>
        </p:nvSpPr>
        <p:spPr>
          <a:xfrm rot="-6000">
            <a:off x="5321333" y="3203141"/>
            <a:ext cx="280434" cy="90875"/>
          </a:xfrm>
          <a:prstGeom prst="roundRect">
            <a:avLst/>
          </a:prstGeom>
          <a:solidFill>
            <a:srgbClr val="10385C"/>
          </a:solidFill>
          <a:ln/>
        </p:spPr>
      </p:sp>
      <p:sp>
        <p:nvSpPr>
          <p:cNvPr id="415" name="Text 55"/>
          <p:cNvSpPr/>
          <p:nvPr/>
        </p:nvSpPr>
        <p:spPr>
          <a:xfrm>
            <a:off x="1413078" y="576757"/>
            <a:ext cx="3499006" cy="299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CIGRE European Low-Voltage</a:t>
            </a:r>
            <a:endParaRPr lang="en-US" sz="2000" dirty="0"/>
          </a:p>
        </p:txBody>
      </p:sp>
      <p:sp>
        <p:nvSpPr>
          <p:cNvPr id="416" name="Text 56"/>
          <p:cNvSpPr/>
          <p:nvPr/>
        </p:nvSpPr>
        <p:spPr>
          <a:xfrm>
            <a:off x="7539438" y="584988"/>
            <a:ext cx="3186286" cy="8717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Modified IEEE33 Feeder</a:t>
            </a:r>
            <a:endParaRPr lang="en-US" sz="2000" dirty="0"/>
          </a:p>
        </p:txBody>
      </p:sp>
      <p:sp>
        <p:nvSpPr>
          <p:cNvPr id="417" name="Text 57"/>
          <p:cNvSpPr/>
          <p:nvPr/>
        </p:nvSpPr>
        <p:spPr>
          <a:xfrm>
            <a:off x="1623668" y="901225"/>
            <a:ext cx="2735345" cy="28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Network</a:t>
            </a:r>
            <a:endParaRPr lang="en-US" sz="2000" dirty="0"/>
          </a:p>
        </p:txBody>
      </p:sp>
      <p:sp>
        <p:nvSpPr>
          <p:cNvPr id="420" name="Text 60"/>
          <p:cNvSpPr/>
          <p:nvPr/>
        </p:nvSpPr>
        <p:spPr>
          <a:xfrm>
            <a:off x="2158935" y="1787999"/>
            <a:ext cx="271591" cy="231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554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</a:t>
            </a:r>
            <a:endParaRPr lang="en-US" sz="1554" dirty="0"/>
          </a:p>
        </p:txBody>
      </p:sp>
      <p:sp>
        <p:nvSpPr>
          <p:cNvPr id="421" name="Text 61"/>
          <p:cNvSpPr/>
          <p:nvPr/>
        </p:nvSpPr>
        <p:spPr>
          <a:xfrm>
            <a:off x="3274647" y="1765139"/>
            <a:ext cx="473677" cy="244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</a:t>
            </a:r>
            <a:endParaRPr lang="en-US" sz="1600" dirty="0"/>
          </a:p>
        </p:txBody>
      </p:sp>
      <p:sp>
        <p:nvSpPr>
          <p:cNvPr id="422" name="Text 62"/>
          <p:cNvSpPr/>
          <p:nvPr/>
        </p:nvSpPr>
        <p:spPr>
          <a:xfrm>
            <a:off x="5226346" y="2331502"/>
            <a:ext cx="474897" cy="205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BESS</a:t>
            </a:r>
            <a:endParaRPr lang="en-US" sz="1200" dirty="0"/>
          </a:p>
        </p:txBody>
      </p:sp>
      <p:sp>
        <p:nvSpPr>
          <p:cNvPr id="423" name="Text 63"/>
          <p:cNvSpPr/>
          <p:nvPr/>
        </p:nvSpPr>
        <p:spPr>
          <a:xfrm>
            <a:off x="7389328" y="2858686"/>
            <a:ext cx="242337" cy="206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</a:t>
            </a:r>
            <a:endParaRPr lang="en-US" sz="1400" dirty="0"/>
          </a:p>
        </p:txBody>
      </p:sp>
      <p:sp>
        <p:nvSpPr>
          <p:cNvPr id="424" name="Text 64"/>
          <p:cNvSpPr/>
          <p:nvPr/>
        </p:nvSpPr>
        <p:spPr>
          <a:xfrm>
            <a:off x="6904192" y="3090982"/>
            <a:ext cx="363278" cy="198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PCC</a:t>
            </a:r>
            <a:endParaRPr lang="en-US" sz="1200" dirty="0"/>
          </a:p>
        </p:txBody>
      </p:sp>
      <p:sp>
        <p:nvSpPr>
          <p:cNvPr id="426" name="Text 66"/>
          <p:cNvSpPr/>
          <p:nvPr/>
        </p:nvSpPr>
        <p:spPr>
          <a:xfrm>
            <a:off x="1214089" y="3083551"/>
            <a:ext cx="409579" cy="223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497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PCC</a:t>
            </a:r>
            <a:endParaRPr lang="en-US" sz="1497" dirty="0"/>
          </a:p>
        </p:txBody>
      </p:sp>
      <p:sp>
        <p:nvSpPr>
          <p:cNvPr id="427" name="Text 67"/>
          <p:cNvSpPr/>
          <p:nvPr/>
        </p:nvSpPr>
        <p:spPr>
          <a:xfrm>
            <a:off x="10310876" y="3822553"/>
            <a:ext cx="414848" cy="214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</a:t>
            </a:r>
            <a:endParaRPr lang="en-US" sz="1400" dirty="0"/>
          </a:p>
        </p:txBody>
      </p:sp>
      <p:sp>
        <p:nvSpPr>
          <p:cNvPr id="429" name="Text 69"/>
          <p:cNvSpPr/>
          <p:nvPr/>
        </p:nvSpPr>
        <p:spPr>
          <a:xfrm>
            <a:off x="10916425" y="3893159"/>
            <a:ext cx="474897" cy="205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BESS</a:t>
            </a:r>
            <a:endParaRPr lang="en-US" sz="1200" dirty="0"/>
          </a:p>
        </p:txBody>
      </p:sp>
      <p:sp>
        <p:nvSpPr>
          <p:cNvPr id="431" name="Text 71"/>
          <p:cNvSpPr/>
          <p:nvPr/>
        </p:nvSpPr>
        <p:spPr>
          <a:xfrm>
            <a:off x="7760461" y="4380560"/>
            <a:ext cx="300845" cy="25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</a:t>
            </a:r>
            <a:endParaRPr lang="en-US" sz="1600" dirty="0"/>
          </a:p>
        </p:txBody>
      </p:sp>
      <p:sp>
        <p:nvSpPr>
          <p:cNvPr id="432" name="Text 72"/>
          <p:cNvSpPr/>
          <p:nvPr/>
        </p:nvSpPr>
        <p:spPr>
          <a:xfrm>
            <a:off x="9583611" y="4399720"/>
            <a:ext cx="300845" cy="25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</a:t>
            </a:r>
            <a:endParaRPr lang="en-US" sz="1600" dirty="0"/>
          </a:p>
        </p:txBody>
      </p:sp>
      <p:sp>
        <p:nvSpPr>
          <p:cNvPr id="433" name="Text 73"/>
          <p:cNvSpPr/>
          <p:nvPr/>
        </p:nvSpPr>
        <p:spPr>
          <a:xfrm>
            <a:off x="2704356" y="5292545"/>
            <a:ext cx="242337" cy="206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</a:t>
            </a:r>
            <a:endParaRPr lang="en-US" sz="1400" dirty="0"/>
          </a:p>
        </p:txBody>
      </p:sp>
      <p:sp>
        <p:nvSpPr>
          <p:cNvPr id="434" name="Text 74"/>
          <p:cNvSpPr/>
          <p:nvPr/>
        </p:nvSpPr>
        <p:spPr>
          <a:xfrm>
            <a:off x="3308339" y="5334370"/>
            <a:ext cx="414848" cy="214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</a:t>
            </a:r>
            <a:endParaRPr lang="en-US" sz="1400" dirty="0"/>
          </a:p>
        </p:txBody>
      </p:sp>
      <p:pic>
        <p:nvPicPr>
          <p:cNvPr id="444" name="Image 266" descr="preencoded.png">
            <a:extLst>
              <a:ext uri="{FF2B5EF4-FFF2-40B4-BE49-F238E27FC236}">
                <a16:creationId xmlns:a16="http://schemas.microsoft.com/office/drawing/2014/main" id="{4AF88766-E3FA-E16B-1DE7-8A6E23CB0911}"/>
              </a:ext>
            </a:extLst>
          </p:cNvPr>
          <p:cNvPicPr>
            <a:picLocks noChangeAspect="1"/>
          </p:cNvPicPr>
          <p:nvPr/>
        </p:nvPicPr>
        <p:blipFill>
          <a:blip r:embed="rId266"/>
          <a:stretch>
            <a:fillRect/>
          </a:stretch>
        </p:blipFill>
        <p:spPr>
          <a:xfrm rot="5400000">
            <a:off x="8864414" y="3824149"/>
            <a:ext cx="66453" cy="282427"/>
          </a:xfrm>
          <a:prstGeom prst="rect">
            <a:avLst/>
          </a:prstGeom>
        </p:spPr>
      </p:pic>
      <p:pic>
        <p:nvPicPr>
          <p:cNvPr id="448" name="Image 271" descr="preencoded.png">
            <a:extLst>
              <a:ext uri="{FF2B5EF4-FFF2-40B4-BE49-F238E27FC236}">
                <a16:creationId xmlns:a16="http://schemas.microsoft.com/office/drawing/2014/main" id="{ADA058B8-296E-4BB6-1008-80380B5B3C93}"/>
              </a:ext>
            </a:extLst>
          </p:cNvPr>
          <p:cNvPicPr>
            <a:picLocks noChangeAspect="1"/>
          </p:cNvPicPr>
          <p:nvPr/>
        </p:nvPicPr>
        <p:blipFill>
          <a:blip r:embed="rId271"/>
          <a:stretch>
            <a:fillRect/>
          </a:stretch>
        </p:blipFill>
        <p:spPr>
          <a:xfrm>
            <a:off x="9016063" y="3865183"/>
            <a:ext cx="215974" cy="207668"/>
          </a:xfrm>
          <a:prstGeom prst="rect">
            <a:avLst/>
          </a:prstGeom>
        </p:spPr>
      </p:pic>
      <p:sp>
        <p:nvSpPr>
          <p:cNvPr id="449" name="Shape 32">
            <a:extLst>
              <a:ext uri="{FF2B5EF4-FFF2-40B4-BE49-F238E27FC236}">
                <a16:creationId xmlns:a16="http://schemas.microsoft.com/office/drawing/2014/main" id="{2329A24E-1950-0DFE-24B6-C8FC0A0F9E0C}"/>
              </a:ext>
            </a:extLst>
          </p:cNvPr>
          <p:cNvSpPr/>
          <p:nvPr/>
        </p:nvSpPr>
        <p:spPr>
          <a:xfrm rot="-8742000">
            <a:off x="9050655" y="3901069"/>
            <a:ext cx="152345" cy="147693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50" name="Image 284" descr="preencoded.png">
            <a:extLst>
              <a:ext uri="{FF2B5EF4-FFF2-40B4-BE49-F238E27FC236}">
                <a16:creationId xmlns:a16="http://schemas.microsoft.com/office/drawing/2014/main" id="{A6CFF62D-C92D-3C19-BC86-DAB6F6751662}"/>
              </a:ext>
            </a:extLst>
          </p:cNvPr>
          <p:cNvPicPr>
            <a:picLocks noChangeAspect="1"/>
          </p:cNvPicPr>
          <p:nvPr/>
        </p:nvPicPr>
        <p:blipFill>
          <a:blip r:embed="rId284"/>
          <a:stretch>
            <a:fillRect/>
          </a:stretch>
        </p:blipFill>
        <p:spPr>
          <a:xfrm>
            <a:off x="8925105" y="4124519"/>
            <a:ext cx="373801" cy="290734"/>
          </a:xfrm>
          <a:prstGeom prst="rect">
            <a:avLst/>
          </a:prstGeom>
        </p:spPr>
      </p:pic>
      <p:pic>
        <p:nvPicPr>
          <p:cNvPr id="451" name="Image 318" descr="preencoded.png">
            <a:extLst>
              <a:ext uri="{FF2B5EF4-FFF2-40B4-BE49-F238E27FC236}">
                <a16:creationId xmlns:a16="http://schemas.microsoft.com/office/drawing/2014/main" id="{6E100711-2E92-3A3E-519D-7A4D9812A857}"/>
              </a:ext>
            </a:extLst>
          </p:cNvPr>
          <p:cNvPicPr>
            <a:picLocks noChangeAspect="1"/>
          </p:cNvPicPr>
          <p:nvPr/>
        </p:nvPicPr>
        <p:blipFill>
          <a:blip r:embed="rId318"/>
          <a:stretch>
            <a:fillRect/>
          </a:stretch>
        </p:blipFill>
        <p:spPr>
          <a:xfrm>
            <a:off x="8944763" y="4140522"/>
            <a:ext cx="340574" cy="182747"/>
          </a:xfrm>
          <a:prstGeom prst="rect">
            <a:avLst/>
          </a:prstGeom>
        </p:spPr>
      </p:pic>
      <p:pic>
        <p:nvPicPr>
          <p:cNvPr id="452" name="Image 336" descr="preencoded.png">
            <a:extLst>
              <a:ext uri="{FF2B5EF4-FFF2-40B4-BE49-F238E27FC236}">
                <a16:creationId xmlns:a16="http://schemas.microsoft.com/office/drawing/2014/main" id="{43E984BB-3542-D9B4-9629-67723AE8B9D5}"/>
              </a:ext>
            </a:extLst>
          </p:cNvPr>
          <p:cNvPicPr>
            <a:picLocks noChangeAspect="1"/>
          </p:cNvPicPr>
          <p:nvPr/>
        </p:nvPicPr>
        <p:blipFill>
          <a:blip r:embed="rId336"/>
          <a:stretch>
            <a:fillRect/>
          </a:stretch>
        </p:blipFill>
        <p:spPr>
          <a:xfrm>
            <a:off x="8988139" y="4150490"/>
            <a:ext cx="249201" cy="49840"/>
          </a:xfrm>
          <a:prstGeom prst="rect">
            <a:avLst/>
          </a:prstGeom>
        </p:spPr>
      </p:pic>
      <p:pic>
        <p:nvPicPr>
          <p:cNvPr id="453" name="Image 338" descr="preencoded.png">
            <a:extLst>
              <a:ext uri="{FF2B5EF4-FFF2-40B4-BE49-F238E27FC236}">
                <a16:creationId xmlns:a16="http://schemas.microsoft.com/office/drawing/2014/main" id="{65ACE0CB-F7AB-D765-F313-CE65F9F9EDF7}"/>
              </a:ext>
            </a:extLst>
          </p:cNvPr>
          <p:cNvPicPr>
            <a:picLocks noChangeAspect="1"/>
          </p:cNvPicPr>
          <p:nvPr/>
        </p:nvPicPr>
        <p:blipFill>
          <a:blip r:embed="rId338"/>
          <a:stretch>
            <a:fillRect/>
          </a:stretch>
        </p:blipFill>
        <p:spPr>
          <a:xfrm>
            <a:off x="8976261" y="4198503"/>
            <a:ext cx="274121" cy="49840"/>
          </a:xfrm>
          <a:prstGeom prst="rect">
            <a:avLst/>
          </a:prstGeom>
        </p:spPr>
      </p:pic>
      <p:pic>
        <p:nvPicPr>
          <p:cNvPr id="454" name="Image 340" descr="preencoded.png">
            <a:extLst>
              <a:ext uri="{FF2B5EF4-FFF2-40B4-BE49-F238E27FC236}">
                <a16:creationId xmlns:a16="http://schemas.microsoft.com/office/drawing/2014/main" id="{3393095F-1357-DDF9-9F3E-D30879ABC8C4}"/>
              </a:ext>
            </a:extLst>
          </p:cNvPr>
          <p:cNvPicPr>
            <a:picLocks noChangeAspect="1"/>
          </p:cNvPicPr>
          <p:nvPr/>
        </p:nvPicPr>
        <p:blipFill>
          <a:blip r:embed="rId340"/>
          <a:stretch>
            <a:fillRect/>
          </a:stretch>
        </p:blipFill>
        <p:spPr>
          <a:xfrm>
            <a:off x="8960038" y="4250004"/>
            <a:ext cx="307347" cy="58147"/>
          </a:xfrm>
          <a:prstGeom prst="rect">
            <a:avLst/>
          </a:prstGeom>
        </p:spPr>
      </p:pic>
      <p:pic>
        <p:nvPicPr>
          <p:cNvPr id="455" name="Image 284" descr="preencoded.png">
            <a:extLst>
              <a:ext uri="{FF2B5EF4-FFF2-40B4-BE49-F238E27FC236}">
                <a16:creationId xmlns:a16="http://schemas.microsoft.com/office/drawing/2014/main" id="{AD9D5429-FF52-4EB6-84B2-C8C382C86AD7}"/>
              </a:ext>
            </a:extLst>
          </p:cNvPr>
          <p:cNvPicPr>
            <a:picLocks noChangeAspect="1"/>
          </p:cNvPicPr>
          <p:nvPr/>
        </p:nvPicPr>
        <p:blipFill>
          <a:blip r:embed="rId284"/>
          <a:stretch>
            <a:fillRect/>
          </a:stretch>
        </p:blipFill>
        <p:spPr>
          <a:xfrm>
            <a:off x="8105287" y="3070888"/>
            <a:ext cx="373801" cy="290734"/>
          </a:xfrm>
          <a:prstGeom prst="rect">
            <a:avLst/>
          </a:prstGeom>
        </p:spPr>
      </p:pic>
      <p:pic>
        <p:nvPicPr>
          <p:cNvPr id="456" name="Image 318" descr="preencoded.png">
            <a:extLst>
              <a:ext uri="{FF2B5EF4-FFF2-40B4-BE49-F238E27FC236}">
                <a16:creationId xmlns:a16="http://schemas.microsoft.com/office/drawing/2014/main" id="{EA3D2D13-71FB-46AC-E671-255A355B6D9F}"/>
              </a:ext>
            </a:extLst>
          </p:cNvPr>
          <p:cNvPicPr>
            <a:picLocks noChangeAspect="1"/>
          </p:cNvPicPr>
          <p:nvPr/>
        </p:nvPicPr>
        <p:blipFill>
          <a:blip r:embed="rId318"/>
          <a:stretch>
            <a:fillRect/>
          </a:stretch>
        </p:blipFill>
        <p:spPr>
          <a:xfrm>
            <a:off x="8124945" y="3086891"/>
            <a:ext cx="340574" cy="182747"/>
          </a:xfrm>
          <a:prstGeom prst="rect">
            <a:avLst/>
          </a:prstGeom>
        </p:spPr>
      </p:pic>
      <p:pic>
        <p:nvPicPr>
          <p:cNvPr id="457" name="Image 336" descr="preencoded.png">
            <a:extLst>
              <a:ext uri="{FF2B5EF4-FFF2-40B4-BE49-F238E27FC236}">
                <a16:creationId xmlns:a16="http://schemas.microsoft.com/office/drawing/2014/main" id="{D3D3FA5B-CF29-8B64-9F61-A9B23C8BE41D}"/>
              </a:ext>
            </a:extLst>
          </p:cNvPr>
          <p:cNvPicPr>
            <a:picLocks noChangeAspect="1"/>
          </p:cNvPicPr>
          <p:nvPr/>
        </p:nvPicPr>
        <p:blipFill>
          <a:blip r:embed="rId336"/>
          <a:stretch>
            <a:fillRect/>
          </a:stretch>
        </p:blipFill>
        <p:spPr>
          <a:xfrm>
            <a:off x="8168321" y="3096859"/>
            <a:ext cx="249201" cy="49840"/>
          </a:xfrm>
          <a:prstGeom prst="rect">
            <a:avLst/>
          </a:prstGeom>
        </p:spPr>
      </p:pic>
      <p:pic>
        <p:nvPicPr>
          <p:cNvPr id="458" name="Image 338" descr="preencoded.png">
            <a:extLst>
              <a:ext uri="{FF2B5EF4-FFF2-40B4-BE49-F238E27FC236}">
                <a16:creationId xmlns:a16="http://schemas.microsoft.com/office/drawing/2014/main" id="{EF8F9524-A41D-BD6C-FD08-BFC4681223DE}"/>
              </a:ext>
            </a:extLst>
          </p:cNvPr>
          <p:cNvPicPr>
            <a:picLocks noChangeAspect="1"/>
          </p:cNvPicPr>
          <p:nvPr/>
        </p:nvPicPr>
        <p:blipFill>
          <a:blip r:embed="rId338"/>
          <a:stretch>
            <a:fillRect/>
          </a:stretch>
        </p:blipFill>
        <p:spPr>
          <a:xfrm>
            <a:off x="8156443" y="3144872"/>
            <a:ext cx="274121" cy="49840"/>
          </a:xfrm>
          <a:prstGeom prst="rect">
            <a:avLst/>
          </a:prstGeom>
        </p:spPr>
      </p:pic>
      <p:pic>
        <p:nvPicPr>
          <p:cNvPr id="459" name="Image 340" descr="preencoded.png">
            <a:extLst>
              <a:ext uri="{FF2B5EF4-FFF2-40B4-BE49-F238E27FC236}">
                <a16:creationId xmlns:a16="http://schemas.microsoft.com/office/drawing/2014/main" id="{BD538980-BF62-E540-7B64-6FE6063D4069}"/>
              </a:ext>
            </a:extLst>
          </p:cNvPr>
          <p:cNvPicPr>
            <a:picLocks noChangeAspect="1"/>
          </p:cNvPicPr>
          <p:nvPr/>
        </p:nvPicPr>
        <p:blipFill>
          <a:blip r:embed="rId340"/>
          <a:stretch>
            <a:fillRect/>
          </a:stretch>
        </p:blipFill>
        <p:spPr>
          <a:xfrm>
            <a:off x="8140220" y="3196373"/>
            <a:ext cx="307347" cy="58147"/>
          </a:xfrm>
          <a:prstGeom prst="rect">
            <a:avLst/>
          </a:prstGeom>
        </p:spPr>
      </p:pic>
      <p:sp>
        <p:nvSpPr>
          <p:cNvPr id="460" name="Text 72">
            <a:extLst>
              <a:ext uri="{FF2B5EF4-FFF2-40B4-BE49-F238E27FC236}">
                <a16:creationId xmlns:a16="http://schemas.microsoft.com/office/drawing/2014/main" id="{017CCE77-FEBA-3C56-1F7D-A4737638D553}"/>
              </a:ext>
            </a:extLst>
          </p:cNvPr>
          <p:cNvSpPr/>
          <p:nvPr/>
        </p:nvSpPr>
        <p:spPr>
          <a:xfrm>
            <a:off x="8936495" y="4399720"/>
            <a:ext cx="300845" cy="25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22</Words>
  <Application>Microsoft Office PowerPoint</Application>
  <PresentationFormat>宽屏</PresentationFormat>
  <Paragraphs>17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WJ T</cp:lastModifiedBy>
  <cp:revision>2</cp:revision>
  <dcterms:created xsi:type="dcterms:W3CDTF">2026-04-18T14:24:09Z</dcterms:created>
  <dcterms:modified xsi:type="dcterms:W3CDTF">2026-04-18T14:34:47Z</dcterms:modified>
</cp:coreProperties>
</file>