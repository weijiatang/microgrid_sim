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png"/><Relationship Id="rId79" Type="http://schemas.openxmlformats.org/officeDocument/2006/relationships/image" Target="../media/image-1-79.png"/><Relationship Id="rId80" Type="http://schemas.openxmlformats.org/officeDocument/2006/relationships/image" Target="../media/image-1-80.png"/><Relationship Id="rId81" Type="http://schemas.openxmlformats.org/officeDocument/2006/relationships/image" Target="../media/image-1-81.png"/><Relationship Id="rId82" Type="http://schemas.openxmlformats.org/officeDocument/2006/relationships/image" Target="../media/image-1-82.png"/><Relationship Id="rId83" Type="http://schemas.openxmlformats.org/officeDocument/2006/relationships/image" Target="../media/image-1-83.png"/><Relationship Id="rId84" Type="http://schemas.openxmlformats.org/officeDocument/2006/relationships/image" Target="../media/image-1-84.png"/><Relationship Id="rId85" Type="http://schemas.openxmlformats.org/officeDocument/2006/relationships/image" Target="../media/image-1-85.png"/><Relationship Id="rId86" Type="http://schemas.openxmlformats.org/officeDocument/2006/relationships/image" Target="../media/image-1-86.png"/><Relationship Id="rId87" Type="http://schemas.openxmlformats.org/officeDocument/2006/relationships/image" Target="../media/image-1-87.png"/><Relationship Id="rId88" Type="http://schemas.openxmlformats.org/officeDocument/2006/relationships/image" Target="../media/image-1-88.png"/><Relationship Id="rId89" Type="http://schemas.openxmlformats.org/officeDocument/2006/relationships/image" Target="../media/image-1-89.png"/><Relationship Id="rId90" Type="http://schemas.openxmlformats.org/officeDocument/2006/relationships/image" Target="../media/image-1-90.png"/><Relationship Id="rId91" Type="http://schemas.openxmlformats.org/officeDocument/2006/relationships/image" Target="../media/image-1-91.png"/><Relationship Id="rId92" Type="http://schemas.openxmlformats.org/officeDocument/2006/relationships/image" Target="../media/image-1-92.png"/><Relationship Id="rId93" Type="http://schemas.openxmlformats.org/officeDocument/2006/relationships/image" Target="../media/image-1-93.png"/><Relationship Id="rId94" Type="http://schemas.openxmlformats.org/officeDocument/2006/relationships/image" Target="../media/image-1-94.png"/><Relationship Id="rId95" Type="http://schemas.openxmlformats.org/officeDocument/2006/relationships/image" Target="../media/image-1-95.png"/><Relationship Id="rId96" Type="http://schemas.openxmlformats.org/officeDocument/2006/relationships/image" Target="../media/image-1-96.png"/><Relationship Id="rId97" Type="http://schemas.openxmlformats.org/officeDocument/2006/relationships/image" Target="../media/image-1-97.png"/><Relationship Id="rId98" Type="http://schemas.openxmlformats.org/officeDocument/2006/relationships/image" Target="../media/image-1-98.png"/><Relationship Id="rId99" Type="http://schemas.openxmlformats.org/officeDocument/2006/relationships/image" Target="../media/image-1-99.png"/><Relationship Id="rId100" Type="http://schemas.openxmlformats.org/officeDocument/2006/relationships/image" Target="../media/image-1-100.png"/><Relationship Id="rId101" Type="http://schemas.openxmlformats.org/officeDocument/2006/relationships/image" Target="../media/image-1-101.png"/><Relationship Id="rId102" Type="http://schemas.openxmlformats.org/officeDocument/2006/relationships/image" Target="../media/image-1-102.png"/><Relationship Id="rId103" Type="http://schemas.openxmlformats.org/officeDocument/2006/relationships/image" Target="../media/image-1-103.png"/><Relationship Id="rId104" Type="http://schemas.openxmlformats.org/officeDocument/2006/relationships/image" Target="../media/image-1-104.png"/><Relationship Id="rId105" Type="http://schemas.openxmlformats.org/officeDocument/2006/relationships/image" Target="../media/image-1-105.png"/><Relationship Id="rId106" Type="http://schemas.openxmlformats.org/officeDocument/2006/relationships/image" Target="../media/image-1-106.png"/><Relationship Id="rId107" Type="http://schemas.openxmlformats.org/officeDocument/2006/relationships/image" Target="../media/image-1-107.png"/><Relationship Id="rId108" Type="http://schemas.openxmlformats.org/officeDocument/2006/relationships/image" Target="../media/image-1-108.png"/><Relationship Id="rId109" Type="http://schemas.openxmlformats.org/officeDocument/2006/relationships/image" Target="../media/image-1-109.png"/><Relationship Id="rId110" Type="http://schemas.openxmlformats.org/officeDocument/2006/relationships/image" Target="../media/image-1-110.png"/><Relationship Id="rId111" Type="http://schemas.openxmlformats.org/officeDocument/2006/relationships/image" Target="../media/image-1-111.png"/><Relationship Id="rId112" Type="http://schemas.openxmlformats.org/officeDocument/2006/relationships/slideLayout" Target="../slideLayouts/slideLayout1.xml"/><Relationship Id="rId1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" y="21946"/>
            <a:ext cx="12200839" cy="681319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88997"/>
            <a:ext cx="62179" cy="40782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980" y="2775204"/>
            <a:ext cx="43891" cy="4389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214" y="2821838"/>
            <a:ext cx="43891" cy="4389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423" y="2968142"/>
            <a:ext cx="53035" cy="5303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0205" y="3119018"/>
            <a:ext cx="43891" cy="4389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9951" y="3394253"/>
            <a:ext cx="62179" cy="1737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3454" y="3092501"/>
            <a:ext cx="26518" cy="5303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8026" y="2867558"/>
            <a:ext cx="62179" cy="3566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4738" y="2988259"/>
            <a:ext cx="26518" cy="2651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5109" y="3395167"/>
            <a:ext cx="53035" cy="7132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2326" y="3660343"/>
            <a:ext cx="88697" cy="8869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14116" y="3771900"/>
            <a:ext cx="43891" cy="4389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2482" y="3964838"/>
            <a:ext cx="43891" cy="4389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58922" y="3904488"/>
            <a:ext cx="43891" cy="4389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8534" y="3448202"/>
            <a:ext cx="53035" cy="26518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222" y="3450946"/>
            <a:ext cx="62179" cy="1737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96335" y="3392424"/>
            <a:ext cx="43891" cy="26518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00246" y="3394253"/>
            <a:ext cx="43891" cy="1737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45875" y="2776118"/>
            <a:ext cx="274320" cy="460858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79454" y="3146450"/>
            <a:ext cx="185623" cy="8869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91418" y="2773375"/>
            <a:ext cx="309982" cy="460858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79454" y="3162910"/>
            <a:ext cx="168250" cy="115214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80369" y="3248863"/>
            <a:ext cx="17374" cy="35662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344046" y="3216859"/>
            <a:ext cx="17374" cy="53035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181283" y="3232404"/>
            <a:ext cx="168250" cy="62179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94999" y="2886761"/>
            <a:ext cx="726948" cy="788213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47450" y="3619195"/>
            <a:ext cx="239573" cy="88697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29570" y="3061411"/>
            <a:ext cx="442570" cy="576072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14355" y="2934310"/>
            <a:ext cx="132588" cy="141732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29570" y="3061411"/>
            <a:ext cx="434340" cy="576072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16184" y="2899562"/>
            <a:ext cx="1311250" cy="823874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15577" y="2777033"/>
            <a:ext cx="17374" cy="336499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83980" y="3096158"/>
            <a:ext cx="451714" cy="35662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844430" y="2776118"/>
            <a:ext cx="17374" cy="389534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12834" y="3055010"/>
            <a:ext cx="451714" cy="185623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170518" y="3227832"/>
            <a:ext cx="266090" cy="557784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844430" y="3109874"/>
            <a:ext cx="451714" cy="17374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413748" y="3099816"/>
            <a:ext cx="451714" cy="185623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846259" y="3433572"/>
            <a:ext cx="451714" cy="26518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845345" y="3153766"/>
            <a:ext cx="309982" cy="300838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846259" y="3433572"/>
            <a:ext cx="17374" cy="354787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412834" y="3227832"/>
            <a:ext cx="17374" cy="17374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456225" y="1536192"/>
            <a:ext cx="1275588" cy="699516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25212" y="1800454"/>
            <a:ext cx="239573" cy="1089965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838798" y="1858975"/>
            <a:ext cx="487375" cy="3189427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121554" y="2493569"/>
            <a:ext cx="62179" cy="2099462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272638" y="2617013"/>
            <a:ext cx="35662" cy="203911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442923" y="2674620"/>
            <a:ext cx="213055" cy="213055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808122" y="2668219"/>
            <a:ext cx="655625" cy="744322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40157" y="2675534"/>
            <a:ext cx="1099109" cy="213055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658722" y="2674620"/>
            <a:ext cx="213055" cy="203911"/>
          </a:xfrm>
          <a:prstGeom prst="rect">
            <a:avLst/>
          </a:prstGeom>
        </p:spPr>
      </p:pic>
      <p:pic>
        <p:nvPicPr>
          <p:cNvPr id="5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780690" y="2679192"/>
            <a:ext cx="221285" cy="221285"/>
          </a:xfrm>
          <a:prstGeom prst="rect">
            <a:avLst/>
          </a:prstGeom>
        </p:spPr>
      </p:pic>
      <p:pic>
        <p:nvPicPr>
          <p:cNvPr id="5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895990" y="2777947"/>
            <a:ext cx="726948" cy="451714"/>
          </a:xfrm>
          <a:prstGeom prst="rect">
            <a:avLst/>
          </a:prstGeom>
        </p:spPr>
      </p:pic>
      <p:pic>
        <p:nvPicPr>
          <p:cNvPr id="56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985809" y="2780690"/>
            <a:ext cx="1311250" cy="451714"/>
          </a:xfrm>
          <a:prstGeom prst="rect">
            <a:avLst/>
          </a:prstGeom>
        </p:spPr>
      </p:pic>
      <p:pic>
        <p:nvPicPr>
          <p:cNvPr id="57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889590" y="2777947"/>
            <a:ext cx="761695" cy="504749"/>
          </a:xfrm>
          <a:prstGeom prst="rect">
            <a:avLst/>
          </a:prstGeom>
        </p:spPr>
      </p:pic>
      <p:sp>
        <p:nvSpPr>
          <p:cNvPr id="58" name="Shape 0"/>
          <p:cNvSpPr/>
          <p:nvPr/>
        </p:nvSpPr>
        <p:spPr>
          <a:xfrm rot="-2298000">
            <a:off x="7527341" y="2788006"/>
            <a:ext cx="95098" cy="90526"/>
          </a:xfrm>
          <a:prstGeom prst="ellipse">
            <a:avLst/>
          </a:prstGeom>
          <a:solidFill>
            <a:srgbClr val="FB6F5F"/>
          </a:solidFill>
          <a:ln/>
        </p:spPr>
      </p:sp>
      <p:sp>
        <p:nvSpPr>
          <p:cNvPr id="59" name="Shape 1"/>
          <p:cNvSpPr/>
          <p:nvPr/>
        </p:nvSpPr>
        <p:spPr>
          <a:xfrm>
            <a:off x="7383780" y="2788006"/>
            <a:ext cx="93269" cy="93269"/>
          </a:xfrm>
          <a:prstGeom prst="ellipse">
            <a:avLst/>
          </a:prstGeom>
          <a:solidFill>
            <a:srgbClr val="FB6F5F"/>
          </a:solidFill>
          <a:ln/>
        </p:spPr>
      </p:sp>
      <p:sp>
        <p:nvSpPr>
          <p:cNvPr id="60" name="Shape 2"/>
          <p:cNvSpPr/>
          <p:nvPr/>
        </p:nvSpPr>
        <p:spPr>
          <a:xfrm>
            <a:off x="7724851" y="2789834"/>
            <a:ext cx="88697" cy="88697"/>
          </a:xfrm>
          <a:prstGeom prst="ellipse">
            <a:avLst/>
          </a:prstGeom>
          <a:solidFill>
            <a:srgbClr val="FB6F5F"/>
          </a:solidFill>
          <a:ln/>
        </p:spPr>
      </p:sp>
      <p:sp>
        <p:nvSpPr>
          <p:cNvPr id="61" name="Shape 3"/>
          <p:cNvSpPr/>
          <p:nvPr/>
        </p:nvSpPr>
        <p:spPr>
          <a:xfrm>
            <a:off x="7871155" y="2789834"/>
            <a:ext cx="90526" cy="90526"/>
          </a:xfrm>
          <a:prstGeom prst="ellipse">
            <a:avLst/>
          </a:prstGeom>
          <a:solidFill>
            <a:srgbClr val="FB6F5F"/>
          </a:solidFill>
          <a:ln/>
        </p:spPr>
      </p:sp>
      <p:sp>
        <p:nvSpPr>
          <p:cNvPr id="62" name="Shape 4"/>
          <p:cNvSpPr/>
          <p:nvPr/>
        </p:nvSpPr>
        <p:spPr>
          <a:xfrm>
            <a:off x="8180222" y="2788920"/>
            <a:ext cx="92354" cy="92354"/>
          </a:xfrm>
          <a:prstGeom prst="ellipse">
            <a:avLst/>
          </a:prstGeom>
          <a:solidFill>
            <a:srgbClr val="1A2D4D"/>
          </a:solidFill>
          <a:ln/>
        </p:spPr>
      </p:sp>
      <p:sp>
        <p:nvSpPr>
          <p:cNvPr id="63" name="Shape 5"/>
          <p:cNvSpPr/>
          <p:nvPr/>
        </p:nvSpPr>
        <p:spPr>
          <a:xfrm>
            <a:off x="8325612" y="2787091"/>
            <a:ext cx="93269" cy="93269"/>
          </a:xfrm>
          <a:prstGeom prst="ellipse">
            <a:avLst/>
          </a:prstGeom>
          <a:solidFill>
            <a:srgbClr val="5EA17B"/>
          </a:solidFill>
          <a:ln/>
        </p:spPr>
      </p:sp>
      <p:sp>
        <p:nvSpPr>
          <p:cNvPr id="64" name="Shape 6"/>
          <p:cNvSpPr/>
          <p:nvPr/>
        </p:nvSpPr>
        <p:spPr>
          <a:xfrm>
            <a:off x="8516722" y="2788006"/>
            <a:ext cx="93269" cy="93269"/>
          </a:xfrm>
          <a:prstGeom prst="ellipse">
            <a:avLst/>
          </a:prstGeom>
          <a:solidFill>
            <a:srgbClr val="5EA17B"/>
          </a:solidFill>
          <a:ln/>
        </p:spPr>
      </p:sp>
      <p:sp>
        <p:nvSpPr>
          <p:cNvPr id="65" name="Shape 7"/>
          <p:cNvSpPr/>
          <p:nvPr/>
        </p:nvSpPr>
        <p:spPr>
          <a:xfrm>
            <a:off x="8661197" y="2788006"/>
            <a:ext cx="94183" cy="94183"/>
          </a:xfrm>
          <a:prstGeom prst="ellipse">
            <a:avLst/>
          </a:prstGeom>
          <a:solidFill>
            <a:srgbClr val="5EA17B"/>
          </a:solidFill>
          <a:ln/>
        </p:spPr>
      </p:sp>
      <p:pic>
        <p:nvPicPr>
          <p:cNvPr id="66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627010" y="2820924"/>
            <a:ext cx="88697" cy="159106"/>
          </a:xfrm>
          <a:prstGeom prst="rect">
            <a:avLst/>
          </a:prstGeom>
        </p:spPr>
      </p:pic>
      <p:pic>
        <p:nvPicPr>
          <p:cNvPr id="67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313786" y="2821838"/>
            <a:ext cx="239573" cy="43891"/>
          </a:xfrm>
          <a:prstGeom prst="rect">
            <a:avLst/>
          </a:prstGeom>
        </p:spPr>
      </p:pic>
      <p:pic>
        <p:nvPicPr>
          <p:cNvPr id="68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616184" y="2884932"/>
            <a:ext cx="1302106" cy="814730"/>
          </a:xfrm>
          <a:prstGeom prst="rect">
            <a:avLst/>
          </a:prstGeom>
        </p:spPr>
      </p:pic>
      <p:pic>
        <p:nvPicPr>
          <p:cNvPr id="69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38328" y="2888590"/>
            <a:ext cx="1373429" cy="1089965"/>
          </a:xfrm>
          <a:prstGeom prst="rect">
            <a:avLst/>
          </a:prstGeom>
        </p:spPr>
      </p:pic>
      <p:pic>
        <p:nvPicPr>
          <p:cNvPr id="70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1371478" y="2886761"/>
            <a:ext cx="549554" cy="779983"/>
          </a:xfrm>
          <a:prstGeom prst="rect">
            <a:avLst/>
          </a:prstGeom>
        </p:spPr>
      </p:pic>
      <p:pic>
        <p:nvPicPr>
          <p:cNvPr id="71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382866" y="2894076"/>
            <a:ext cx="1373429" cy="779983"/>
          </a:xfrm>
          <a:prstGeom prst="rect">
            <a:avLst/>
          </a:prstGeom>
        </p:spPr>
      </p:pic>
      <p:pic>
        <p:nvPicPr>
          <p:cNvPr id="72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618927" y="2903220"/>
            <a:ext cx="1302106" cy="886054"/>
          </a:xfrm>
          <a:prstGeom prst="rect">
            <a:avLst/>
          </a:prstGeom>
        </p:spPr>
      </p:pic>
      <p:pic>
        <p:nvPicPr>
          <p:cNvPr id="73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37414" y="2926080"/>
            <a:ext cx="213055" cy="213055"/>
          </a:xfrm>
          <a:prstGeom prst="rect">
            <a:avLst/>
          </a:prstGeom>
        </p:spPr>
      </p:pic>
      <p:pic>
        <p:nvPicPr>
          <p:cNvPr id="74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657807" y="2926994"/>
            <a:ext cx="213055" cy="213055"/>
          </a:xfrm>
          <a:prstGeom prst="rect">
            <a:avLst/>
          </a:prstGeom>
        </p:spPr>
      </p:pic>
      <p:pic>
        <p:nvPicPr>
          <p:cNvPr id="75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764231" y="2929738"/>
            <a:ext cx="203911" cy="213055"/>
          </a:xfrm>
          <a:prstGeom prst="rect">
            <a:avLst/>
          </a:prstGeom>
        </p:spPr>
      </p:pic>
      <p:pic>
        <p:nvPicPr>
          <p:cNvPr id="76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0618927" y="2938882"/>
            <a:ext cx="1258214" cy="779983"/>
          </a:xfrm>
          <a:prstGeom prst="rect">
            <a:avLst/>
          </a:prstGeom>
        </p:spPr>
      </p:pic>
      <p:pic>
        <p:nvPicPr>
          <p:cNvPr id="77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161995" y="2971800"/>
            <a:ext cx="239573" cy="43891"/>
          </a:xfrm>
          <a:prstGeom prst="rect">
            <a:avLst/>
          </a:prstGeom>
        </p:spPr>
      </p:pic>
      <p:pic>
        <p:nvPicPr>
          <p:cNvPr id="78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417406" y="3059582"/>
            <a:ext cx="442570" cy="221285"/>
          </a:xfrm>
          <a:prstGeom prst="rect">
            <a:avLst/>
          </a:prstGeom>
        </p:spPr>
      </p:pic>
      <p:pic>
        <p:nvPicPr>
          <p:cNvPr id="79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0734142" y="3065069"/>
            <a:ext cx="434340" cy="566928"/>
          </a:xfrm>
          <a:prstGeom prst="rect">
            <a:avLst/>
          </a:prstGeom>
        </p:spPr>
      </p:pic>
      <p:pic>
        <p:nvPicPr>
          <p:cNvPr id="80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5456225" y="3066898"/>
            <a:ext cx="1275588" cy="699516"/>
          </a:xfrm>
          <a:prstGeom prst="rect">
            <a:avLst/>
          </a:prstGeom>
        </p:spPr>
      </p:pic>
      <p:pic>
        <p:nvPicPr>
          <p:cNvPr id="81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597189" y="3100730"/>
            <a:ext cx="1559052" cy="682142"/>
          </a:xfrm>
          <a:prstGeom prst="rect">
            <a:avLst/>
          </a:prstGeom>
        </p:spPr>
      </p:pic>
      <p:pic>
        <p:nvPicPr>
          <p:cNvPr id="8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434072" y="3111703"/>
            <a:ext cx="88697" cy="159106"/>
          </a:xfrm>
          <a:prstGeom prst="rect">
            <a:avLst/>
          </a:prstGeom>
        </p:spPr>
      </p:pic>
      <p:pic>
        <p:nvPicPr>
          <p:cNvPr id="8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9849002" y="3114446"/>
            <a:ext cx="442570" cy="336499"/>
          </a:xfrm>
          <a:prstGeom prst="rect">
            <a:avLst/>
          </a:prstGeom>
        </p:spPr>
      </p:pic>
      <p:pic>
        <p:nvPicPr>
          <p:cNvPr id="84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014777" y="3123590"/>
            <a:ext cx="230429" cy="35662"/>
          </a:xfrm>
          <a:prstGeom prst="rect">
            <a:avLst/>
          </a:prstGeom>
        </p:spPr>
      </p:pic>
      <p:pic>
        <p:nvPicPr>
          <p:cNvPr id="85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1184026" y="3151022"/>
            <a:ext cx="177394" cy="132588"/>
          </a:xfrm>
          <a:prstGeom prst="rect">
            <a:avLst/>
          </a:prstGeom>
        </p:spPr>
      </p:pic>
      <p:pic>
        <p:nvPicPr>
          <p:cNvPr id="8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9849917" y="3198571"/>
            <a:ext cx="159106" cy="185623"/>
          </a:xfrm>
          <a:prstGeom prst="rect">
            <a:avLst/>
          </a:prstGeom>
        </p:spPr>
      </p:pic>
      <p:pic>
        <p:nvPicPr>
          <p:cNvPr id="87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7829093" y="3206801"/>
            <a:ext cx="88697" cy="159106"/>
          </a:xfrm>
          <a:prstGeom prst="rect">
            <a:avLst/>
          </a:prstGeom>
        </p:spPr>
      </p:pic>
      <p:pic>
        <p:nvPicPr>
          <p:cNvPr id="88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479853" y="3227832"/>
            <a:ext cx="956462" cy="726948"/>
          </a:xfrm>
          <a:prstGeom prst="rect">
            <a:avLst/>
          </a:prstGeom>
        </p:spPr>
      </p:pic>
      <p:pic>
        <p:nvPicPr>
          <p:cNvPr id="89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3804818" y="3228746"/>
            <a:ext cx="35662" cy="185623"/>
          </a:xfrm>
          <a:prstGeom prst="rect">
            <a:avLst/>
          </a:prstGeom>
        </p:spPr>
      </p:pic>
      <p:pic>
        <p:nvPicPr>
          <p:cNvPr id="90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9417406" y="3226003"/>
            <a:ext cx="17374" cy="17374"/>
          </a:xfrm>
          <a:prstGeom prst="rect">
            <a:avLst/>
          </a:prstGeom>
        </p:spPr>
      </p:pic>
      <p:pic>
        <p:nvPicPr>
          <p:cNvPr id="91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3599993" y="3231490"/>
            <a:ext cx="35662" cy="177394"/>
          </a:xfrm>
          <a:prstGeom prst="rect">
            <a:avLst/>
          </a:prstGeom>
        </p:spPr>
      </p:pic>
      <p:pic>
        <p:nvPicPr>
          <p:cNvPr id="92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68082" y="3231490"/>
            <a:ext cx="203911" cy="106070"/>
          </a:xfrm>
          <a:prstGeom prst="rect">
            <a:avLst/>
          </a:prstGeom>
        </p:spPr>
      </p:pic>
      <p:pic>
        <p:nvPicPr>
          <p:cNvPr id="93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1198657" y="3236976"/>
            <a:ext cx="141732" cy="53035"/>
          </a:xfrm>
          <a:prstGeom prst="rect">
            <a:avLst/>
          </a:prstGeom>
        </p:spPr>
      </p:pic>
      <p:sp>
        <p:nvSpPr>
          <p:cNvPr id="94" name="Shape 8"/>
          <p:cNvSpPr/>
          <p:nvPr/>
        </p:nvSpPr>
        <p:spPr>
          <a:xfrm rot="-5772000">
            <a:off x="8221370" y="3240634"/>
            <a:ext cx="95098" cy="91440"/>
          </a:xfrm>
          <a:prstGeom prst="ellipse">
            <a:avLst/>
          </a:prstGeom>
          <a:solidFill>
            <a:srgbClr val="5EA17B"/>
          </a:solidFill>
          <a:ln/>
        </p:spPr>
      </p:sp>
      <p:pic>
        <p:nvPicPr>
          <p:cNvPr id="95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11199571" y="3263494"/>
            <a:ext cx="141732" cy="150876"/>
          </a:xfrm>
          <a:prstGeom prst="rect">
            <a:avLst/>
          </a:prstGeom>
        </p:spPr>
      </p:pic>
      <p:pic>
        <p:nvPicPr>
          <p:cNvPr id="96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1998878" y="3343046"/>
            <a:ext cx="345643" cy="159106"/>
          </a:xfrm>
          <a:prstGeom prst="rect">
            <a:avLst/>
          </a:prstGeom>
        </p:spPr>
      </p:pic>
      <p:pic>
        <p:nvPicPr>
          <p:cNvPr id="97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388766" y="3396996"/>
            <a:ext cx="655625" cy="71323"/>
          </a:xfrm>
          <a:prstGeom prst="rect">
            <a:avLst/>
          </a:prstGeom>
        </p:spPr>
      </p:pic>
      <p:pic>
        <p:nvPicPr>
          <p:cNvPr id="98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850831" y="3438144"/>
            <a:ext cx="442570" cy="345643"/>
          </a:xfrm>
          <a:prstGeom prst="rect">
            <a:avLst/>
          </a:prstGeom>
        </p:spPr>
      </p:pic>
      <p:pic>
        <p:nvPicPr>
          <p:cNvPr id="99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1658722" y="3450946"/>
            <a:ext cx="213055" cy="213055"/>
          </a:xfrm>
          <a:prstGeom prst="rect">
            <a:avLst/>
          </a:prstGeom>
        </p:spPr>
      </p:pic>
      <p:pic>
        <p:nvPicPr>
          <p:cNvPr id="100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612794" y="3451860"/>
            <a:ext cx="442570" cy="221285"/>
          </a:xfrm>
          <a:prstGeom prst="rect">
            <a:avLst/>
          </a:prstGeom>
        </p:spPr>
      </p:pic>
      <p:sp>
        <p:nvSpPr>
          <p:cNvPr id="101" name="Shape 9"/>
          <p:cNvSpPr/>
          <p:nvPr/>
        </p:nvSpPr>
        <p:spPr>
          <a:xfrm rot="-8748000">
            <a:off x="7868412" y="3465576"/>
            <a:ext cx="94183" cy="90526"/>
          </a:xfrm>
          <a:prstGeom prst="ellipse">
            <a:avLst/>
          </a:prstGeom>
          <a:solidFill>
            <a:srgbClr val="FB6F5F"/>
          </a:solidFill>
          <a:ln/>
        </p:spPr>
      </p:sp>
      <p:sp>
        <p:nvSpPr>
          <p:cNvPr id="102" name="Shape 10"/>
          <p:cNvSpPr/>
          <p:nvPr/>
        </p:nvSpPr>
        <p:spPr>
          <a:xfrm>
            <a:off x="8663940" y="3464662"/>
            <a:ext cx="91440" cy="91440"/>
          </a:xfrm>
          <a:prstGeom prst="ellipse">
            <a:avLst/>
          </a:prstGeom>
          <a:solidFill>
            <a:srgbClr val="1A2D4D"/>
          </a:solidFill>
          <a:ln/>
        </p:spPr>
      </p:sp>
      <p:pic>
        <p:nvPicPr>
          <p:cNvPr id="103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066898" y="3664001"/>
            <a:ext cx="425196" cy="434340"/>
          </a:xfrm>
          <a:prstGeom prst="rect">
            <a:avLst/>
          </a:prstGeom>
        </p:spPr>
      </p:pic>
      <p:sp>
        <p:nvSpPr>
          <p:cNvPr id="104" name="Shape 11"/>
          <p:cNvSpPr/>
          <p:nvPr/>
        </p:nvSpPr>
        <p:spPr>
          <a:xfrm>
            <a:off x="7530998" y="3689604"/>
            <a:ext cx="92354" cy="92354"/>
          </a:xfrm>
          <a:prstGeom prst="ellipse">
            <a:avLst/>
          </a:prstGeom>
          <a:solidFill>
            <a:srgbClr val="FB6F5F"/>
          </a:solidFill>
          <a:ln/>
        </p:spPr>
      </p:sp>
      <p:sp>
        <p:nvSpPr>
          <p:cNvPr id="105" name="Shape 12"/>
          <p:cNvSpPr/>
          <p:nvPr/>
        </p:nvSpPr>
        <p:spPr>
          <a:xfrm>
            <a:off x="7723937" y="3691433"/>
            <a:ext cx="91440" cy="91440"/>
          </a:xfrm>
          <a:prstGeom prst="ellipse">
            <a:avLst/>
          </a:prstGeom>
          <a:solidFill>
            <a:srgbClr val="FB6F5F"/>
          </a:solidFill>
          <a:ln/>
        </p:spPr>
      </p:sp>
      <p:sp>
        <p:nvSpPr>
          <p:cNvPr id="106" name="Shape 13"/>
          <p:cNvSpPr/>
          <p:nvPr/>
        </p:nvSpPr>
        <p:spPr>
          <a:xfrm>
            <a:off x="8180222" y="3690518"/>
            <a:ext cx="93269" cy="93269"/>
          </a:xfrm>
          <a:prstGeom prst="ellipse">
            <a:avLst/>
          </a:prstGeom>
          <a:solidFill>
            <a:srgbClr val="1A2D4D"/>
          </a:solidFill>
          <a:ln/>
        </p:spPr>
      </p:sp>
      <p:sp>
        <p:nvSpPr>
          <p:cNvPr id="107" name="Shape 14"/>
          <p:cNvSpPr/>
          <p:nvPr/>
        </p:nvSpPr>
        <p:spPr>
          <a:xfrm>
            <a:off x="8517636" y="3690518"/>
            <a:ext cx="92354" cy="92354"/>
          </a:xfrm>
          <a:prstGeom prst="ellipse">
            <a:avLst/>
          </a:prstGeom>
          <a:solidFill>
            <a:srgbClr val="5EA17B"/>
          </a:solidFill>
          <a:ln/>
        </p:spPr>
      </p:sp>
      <p:sp>
        <p:nvSpPr>
          <p:cNvPr id="108" name="Shape 15"/>
          <p:cNvSpPr/>
          <p:nvPr/>
        </p:nvSpPr>
        <p:spPr>
          <a:xfrm>
            <a:off x="7383780" y="3692347"/>
            <a:ext cx="90526" cy="90526"/>
          </a:xfrm>
          <a:prstGeom prst="ellipse">
            <a:avLst/>
          </a:prstGeom>
          <a:solidFill>
            <a:srgbClr val="FB6F5F"/>
          </a:solidFill>
          <a:ln/>
        </p:spPr>
      </p:sp>
      <p:sp>
        <p:nvSpPr>
          <p:cNvPr id="109" name="Shape 16"/>
          <p:cNvSpPr/>
          <p:nvPr/>
        </p:nvSpPr>
        <p:spPr>
          <a:xfrm rot="-10470000">
            <a:off x="8324698" y="3690518"/>
            <a:ext cx="94183" cy="91440"/>
          </a:xfrm>
          <a:prstGeom prst="ellipse">
            <a:avLst/>
          </a:prstGeom>
          <a:solidFill>
            <a:srgbClr val="5EA17B"/>
          </a:solidFill>
          <a:ln/>
        </p:spPr>
      </p:sp>
      <p:pic>
        <p:nvPicPr>
          <p:cNvPr id="110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1658722" y="3702406"/>
            <a:ext cx="213055" cy="203911"/>
          </a:xfrm>
          <a:prstGeom prst="rect">
            <a:avLst/>
          </a:prstGeom>
        </p:spPr>
      </p:pic>
      <p:pic>
        <p:nvPicPr>
          <p:cNvPr id="111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3218688" y="3776472"/>
            <a:ext cx="274320" cy="35662"/>
          </a:xfrm>
          <a:prstGeom prst="rect">
            <a:avLst/>
          </a:prstGeom>
        </p:spPr>
      </p:pic>
      <p:pic>
        <p:nvPicPr>
          <p:cNvPr id="112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3263494" y="3909060"/>
            <a:ext cx="35662" cy="309982"/>
          </a:xfrm>
          <a:prstGeom prst="rect">
            <a:avLst/>
          </a:prstGeom>
        </p:spPr>
      </p:pic>
      <p:pic>
        <p:nvPicPr>
          <p:cNvPr id="113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771754" y="3960266"/>
            <a:ext cx="213055" cy="213055"/>
          </a:xfrm>
          <a:prstGeom prst="rect">
            <a:avLst/>
          </a:prstGeom>
        </p:spPr>
      </p:pic>
      <p:pic>
        <p:nvPicPr>
          <p:cNvPr id="114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339242" y="3958438"/>
            <a:ext cx="425196" cy="213055"/>
          </a:xfrm>
          <a:prstGeom prst="rect">
            <a:avLst/>
          </a:prstGeom>
        </p:spPr>
      </p:pic>
      <p:pic>
        <p:nvPicPr>
          <p:cNvPr id="115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225296" y="3960266"/>
            <a:ext cx="425196" cy="213055"/>
          </a:xfrm>
          <a:prstGeom prst="rect">
            <a:avLst/>
          </a:prstGeom>
        </p:spPr>
      </p:pic>
      <p:pic>
        <p:nvPicPr>
          <p:cNvPr id="116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3407054" y="3969410"/>
            <a:ext cx="309982" cy="35662"/>
          </a:xfrm>
          <a:prstGeom prst="rect">
            <a:avLst/>
          </a:prstGeom>
        </p:spPr>
      </p:pic>
      <p:pic>
        <p:nvPicPr>
          <p:cNvPr id="117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5456225" y="4676242"/>
            <a:ext cx="1275588" cy="699516"/>
          </a:xfrm>
          <a:prstGeom prst="rect">
            <a:avLst/>
          </a:prstGeom>
        </p:spPr>
      </p:pic>
      <p:pic>
        <p:nvPicPr>
          <p:cNvPr id="118" name="Image 99" descr="preencoded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511089" y="1590142"/>
            <a:ext cx="1080821" cy="585216"/>
          </a:xfrm>
          <a:prstGeom prst="rect">
            <a:avLst/>
          </a:prstGeom>
        </p:spPr>
      </p:pic>
      <p:pic>
        <p:nvPicPr>
          <p:cNvPr id="119" name="Image 100" descr="preencoded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7584034" y="3033979"/>
            <a:ext cx="177394" cy="504749"/>
          </a:xfrm>
          <a:prstGeom prst="rect">
            <a:avLst/>
          </a:prstGeom>
        </p:spPr>
      </p:pic>
      <p:pic>
        <p:nvPicPr>
          <p:cNvPr id="120" name="Image 101" descr="preencoded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8375904" y="3034894"/>
            <a:ext cx="185623" cy="504749"/>
          </a:xfrm>
          <a:prstGeom prst="rect">
            <a:avLst/>
          </a:prstGeom>
        </p:spPr>
      </p:pic>
      <p:pic>
        <p:nvPicPr>
          <p:cNvPr id="121" name="Image 102" descr="preencoded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512003" y="3120847"/>
            <a:ext cx="1080821" cy="585216"/>
          </a:xfrm>
          <a:prstGeom prst="rect">
            <a:avLst/>
          </a:prstGeom>
        </p:spPr>
      </p:pic>
      <p:pic>
        <p:nvPicPr>
          <p:cNvPr id="122" name="Image 103" descr="preencoded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613648" y="3147365"/>
            <a:ext cx="150876" cy="266090"/>
          </a:xfrm>
          <a:prstGeom prst="rect">
            <a:avLst/>
          </a:prstGeom>
        </p:spPr>
      </p:pic>
      <p:pic>
        <p:nvPicPr>
          <p:cNvPr id="123" name="Image 104" descr="preencoded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868680" y="3175711"/>
            <a:ext cx="460858" cy="460858"/>
          </a:xfrm>
          <a:prstGeom prst="rect">
            <a:avLst/>
          </a:prstGeom>
        </p:spPr>
      </p:pic>
      <p:pic>
        <p:nvPicPr>
          <p:cNvPr id="124" name="Image 105" descr="preencoded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5511089" y="4731106"/>
            <a:ext cx="1080821" cy="585216"/>
          </a:xfrm>
          <a:prstGeom prst="rect">
            <a:avLst/>
          </a:prstGeom>
        </p:spPr>
      </p:pic>
      <p:pic>
        <p:nvPicPr>
          <p:cNvPr id="125" name="Image 106" descr="preencoded.png">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6118250" y="1855318"/>
            <a:ext cx="35662" cy="17374"/>
          </a:xfrm>
          <a:prstGeom prst="rect">
            <a:avLst/>
          </a:prstGeom>
        </p:spPr>
      </p:pic>
      <p:pic>
        <p:nvPicPr>
          <p:cNvPr id="126" name="Image 107" descr="preencoded.png">    </p:cNvPr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6118250" y="1856232"/>
            <a:ext cx="35662" cy="62179"/>
          </a:xfrm>
          <a:prstGeom prst="rect">
            <a:avLst/>
          </a:prstGeom>
        </p:spPr>
      </p:pic>
      <p:pic>
        <p:nvPicPr>
          <p:cNvPr id="127" name="Image 108" descr="preencoded.png">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6122822" y="1636776"/>
            <a:ext cx="425196" cy="496519"/>
          </a:xfrm>
          <a:prstGeom prst="rect">
            <a:avLst/>
          </a:prstGeom>
        </p:spPr>
      </p:pic>
      <p:pic>
        <p:nvPicPr>
          <p:cNvPr id="128" name="Image 109" descr="preencoded.png">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5558638" y="3169310"/>
            <a:ext cx="983894" cy="487375"/>
          </a:xfrm>
          <a:prstGeom prst="rect">
            <a:avLst/>
          </a:prstGeom>
        </p:spPr>
      </p:pic>
      <p:sp>
        <p:nvSpPr>
          <p:cNvPr id="129" name="Shape 17"/>
          <p:cNvSpPr/>
          <p:nvPr/>
        </p:nvSpPr>
        <p:spPr>
          <a:xfrm>
            <a:off x="8625535" y="3226003"/>
            <a:ext cx="126187" cy="173736"/>
          </a:xfrm>
          <a:prstGeom prst="roundRect">
            <a:avLst/>
          </a:prstGeom>
          <a:solidFill>
            <a:srgbClr val="F3C573"/>
          </a:solidFill>
          <a:ln/>
        </p:spPr>
      </p:sp>
      <p:pic>
        <p:nvPicPr>
          <p:cNvPr id="130" name="Image 110" descr="preencoded.png">    </p:cNvPr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7627925" y="3339389"/>
            <a:ext cx="88697" cy="159106"/>
          </a:xfrm>
          <a:prstGeom prst="rect">
            <a:avLst/>
          </a:prstGeom>
        </p:spPr>
      </p:pic>
      <p:sp>
        <p:nvSpPr>
          <p:cNvPr id="131" name="Shape 18"/>
          <p:cNvSpPr/>
          <p:nvPr/>
        </p:nvSpPr>
        <p:spPr>
          <a:xfrm>
            <a:off x="5558638" y="4779569"/>
            <a:ext cx="229514" cy="487375"/>
          </a:xfrm>
          <a:prstGeom prst="roundRect">
            <a:avLst/>
          </a:prstGeom>
          <a:solidFill>
            <a:srgbClr val="1A2D4D"/>
          </a:solidFill>
          <a:ln/>
        </p:spPr>
      </p:sp>
      <p:sp>
        <p:nvSpPr>
          <p:cNvPr id="132" name="Text 19"/>
          <p:cNvSpPr/>
          <p:nvPr/>
        </p:nvSpPr>
        <p:spPr>
          <a:xfrm>
            <a:off x="5737860" y="1690726"/>
            <a:ext cx="288950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3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333" dirty="0"/>
          </a:p>
        </p:txBody>
      </p:sp>
      <p:sp>
        <p:nvSpPr>
          <p:cNvPr id="133" name="Text 20"/>
          <p:cNvSpPr/>
          <p:nvPr/>
        </p:nvSpPr>
        <p:spPr>
          <a:xfrm>
            <a:off x="5446166" y="2318004"/>
            <a:ext cx="111008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4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Thevenin</a:t>
            </a:r>
            <a:endParaRPr lang="en-US" sz="1444" dirty="0"/>
          </a:p>
        </p:txBody>
      </p:sp>
      <p:sp>
        <p:nvSpPr>
          <p:cNvPr id="134" name="Text 21"/>
          <p:cNvSpPr/>
          <p:nvPr/>
        </p:nvSpPr>
        <p:spPr>
          <a:xfrm>
            <a:off x="5831129" y="3241548"/>
            <a:ext cx="569671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7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—W</a:t>
            </a:r>
            <a:endParaRPr lang="en-US" sz="2272" dirty="0"/>
          </a:p>
        </p:txBody>
      </p:sp>
      <p:sp>
        <p:nvSpPr>
          <p:cNvPr id="135" name="Text 22"/>
          <p:cNvSpPr/>
          <p:nvPr/>
        </p:nvSpPr>
        <p:spPr>
          <a:xfrm>
            <a:off x="4801514" y="3440887"/>
            <a:ext cx="204826" cy="31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model fidelity ↑</a:t>
            </a:r>
            <a:endParaRPr lang="en-US" sz="154" dirty="0"/>
          </a:p>
        </p:txBody>
      </p:sp>
      <p:sp>
        <p:nvSpPr>
          <p:cNvPr id="136" name="Text 23"/>
          <p:cNvSpPr/>
          <p:nvPr/>
        </p:nvSpPr>
        <p:spPr>
          <a:xfrm>
            <a:off x="5532120" y="3828593"/>
            <a:ext cx="1083564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3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Loss-aware</a:t>
            </a:r>
            <a:endParaRPr lang="en-US" sz="1637" dirty="0"/>
          </a:p>
        </p:txBody>
      </p:sp>
      <p:sp>
        <p:nvSpPr>
          <p:cNvPr id="137" name="Text 24"/>
          <p:cNvSpPr/>
          <p:nvPr/>
        </p:nvSpPr>
        <p:spPr>
          <a:xfrm>
            <a:off x="7688275" y="3916375"/>
            <a:ext cx="651053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517" dirty="0"/>
          </a:p>
        </p:txBody>
      </p:sp>
      <p:sp>
        <p:nvSpPr>
          <p:cNvPr id="138" name="Text 25"/>
          <p:cNvSpPr/>
          <p:nvPr/>
        </p:nvSpPr>
        <p:spPr>
          <a:xfrm>
            <a:off x="8982151" y="3913632"/>
            <a:ext cx="2376526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value is mixed-fidelity is a</a:t>
            </a:r>
            <a:endParaRPr lang="en-US" sz="1290" dirty="0"/>
          </a:p>
        </p:txBody>
      </p:sp>
      <p:sp>
        <p:nvSpPr>
          <p:cNvPr id="139" name="Text 26"/>
          <p:cNvSpPr/>
          <p:nvPr/>
        </p:nvSpPr>
        <p:spPr>
          <a:xfrm>
            <a:off x="5627218" y="4059936"/>
            <a:ext cx="85496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Thevenin</a:t>
            </a:r>
            <a:endParaRPr lang="en-US" sz="1620" dirty="0"/>
          </a:p>
        </p:txBody>
      </p:sp>
      <p:sp>
        <p:nvSpPr>
          <p:cNvPr id="140" name="Text 27"/>
          <p:cNvSpPr/>
          <p:nvPr/>
        </p:nvSpPr>
        <p:spPr>
          <a:xfrm>
            <a:off x="7688275" y="4132174"/>
            <a:ext cx="658368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3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matters</a:t>
            </a:r>
            <a:endParaRPr lang="en-US" sz="1535" dirty="0"/>
          </a:p>
        </p:txBody>
      </p:sp>
      <p:sp>
        <p:nvSpPr>
          <p:cNvPr id="141" name="Text 28"/>
          <p:cNvSpPr/>
          <p:nvPr/>
        </p:nvSpPr>
        <p:spPr>
          <a:xfrm>
            <a:off x="8982151" y="4132174"/>
            <a:ext cx="265633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7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non-monotonic narrow stabilizer</a:t>
            </a:r>
            <a:endParaRPr lang="en-US" sz="1471" dirty="0"/>
          </a:p>
        </p:txBody>
      </p:sp>
      <p:sp>
        <p:nvSpPr>
          <p:cNvPr id="142" name="Text 29"/>
          <p:cNvSpPr/>
          <p:nvPr/>
        </p:nvSpPr>
        <p:spPr>
          <a:xfrm>
            <a:off x="655625" y="4362602"/>
            <a:ext cx="8659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6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CIGRE LV</a:t>
            </a:r>
            <a:endParaRPr lang="en-US" sz="1469" dirty="0"/>
          </a:p>
        </p:txBody>
      </p:sp>
      <p:sp>
        <p:nvSpPr>
          <p:cNvPr id="143" name="Text 30"/>
          <p:cNvSpPr/>
          <p:nvPr/>
        </p:nvSpPr>
        <p:spPr>
          <a:xfrm>
            <a:off x="2585923" y="4364431"/>
            <a:ext cx="124998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4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33 feeder</a:t>
            </a:r>
            <a:endParaRPr lang="en-US" sz="1441" dirty="0"/>
          </a:p>
        </p:txBody>
      </p:sp>
      <p:sp>
        <p:nvSpPr>
          <p:cNvPr id="144" name="Text 31"/>
          <p:cNvSpPr/>
          <p:nvPr/>
        </p:nvSpPr>
        <p:spPr>
          <a:xfrm>
            <a:off x="5721401" y="5438851"/>
            <a:ext cx="68305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7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2026-04-11T00:31:38Z</dcterms:created>
  <dcterms:modified xsi:type="dcterms:W3CDTF">2026-04-11T00:31:38Z</dcterms:modified>
</cp:coreProperties>
</file>