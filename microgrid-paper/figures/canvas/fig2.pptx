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27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15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7932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.png"/><Relationship Id="rId21" Type="http://schemas.openxmlformats.org/officeDocument/2006/relationships/image" Target="../media/image19.png"/><Relationship Id="rId42" Type="http://schemas.openxmlformats.org/officeDocument/2006/relationships/image" Target="../media/image40.png"/><Relationship Id="rId63" Type="http://schemas.openxmlformats.org/officeDocument/2006/relationships/image" Target="../media/image61.png"/><Relationship Id="rId84" Type="http://schemas.openxmlformats.org/officeDocument/2006/relationships/image" Target="../media/image82.png"/><Relationship Id="rId138" Type="http://schemas.openxmlformats.org/officeDocument/2006/relationships/image" Target="../media/image136.png"/><Relationship Id="rId159" Type="http://schemas.openxmlformats.org/officeDocument/2006/relationships/image" Target="../media/image157.png"/><Relationship Id="rId170" Type="http://schemas.openxmlformats.org/officeDocument/2006/relationships/image" Target="../media/image168.png"/><Relationship Id="rId191" Type="http://schemas.openxmlformats.org/officeDocument/2006/relationships/image" Target="../media/image189.png"/><Relationship Id="rId205" Type="http://schemas.openxmlformats.org/officeDocument/2006/relationships/image" Target="../media/image203.png"/><Relationship Id="rId107" Type="http://schemas.openxmlformats.org/officeDocument/2006/relationships/image" Target="../media/image105.png"/><Relationship Id="rId11" Type="http://schemas.openxmlformats.org/officeDocument/2006/relationships/image" Target="../media/image9.png"/><Relationship Id="rId32" Type="http://schemas.openxmlformats.org/officeDocument/2006/relationships/image" Target="../media/image30.png"/><Relationship Id="rId53" Type="http://schemas.openxmlformats.org/officeDocument/2006/relationships/image" Target="../media/image51.png"/><Relationship Id="rId74" Type="http://schemas.openxmlformats.org/officeDocument/2006/relationships/image" Target="../media/image72.png"/><Relationship Id="rId128" Type="http://schemas.openxmlformats.org/officeDocument/2006/relationships/image" Target="../media/image126.png"/><Relationship Id="rId149" Type="http://schemas.openxmlformats.org/officeDocument/2006/relationships/image" Target="../media/image147.png"/><Relationship Id="rId5" Type="http://schemas.openxmlformats.org/officeDocument/2006/relationships/image" Target="../media/image3.png"/><Relationship Id="rId95" Type="http://schemas.openxmlformats.org/officeDocument/2006/relationships/image" Target="../media/image93.png"/><Relationship Id="rId160" Type="http://schemas.openxmlformats.org/officeDocument/2006/relationships/image" Target="../media/image158.png"/><Relationship Id="rId181" Type="http://schemas.openxmlformats.org/officeDocument/2006/relationships/image" Target="../media/image179.png"/><Relationship Id="rId22" Type="http://schemas.openxmlformats.org/officeDocument/2006/relationships/image" Target="../media/image20.png"/><Relationship Id="rId43" Type="http://schemas.openxmlformats.org/officeDocument/2006/relationships/image" Target="../media/image41.png"/><Relationship Id="rId64" Type="http://schemas.openxmlformats.org/officeDocument/2006/relationships/image" Target="../media/image62.png"/><Relationship Id="rId118" Type="http://schemas.openxmlformats.org/officeDocument/2006/relationships/image" Target="../media/image116.png"/><Relationship Id="rId139" Type="http://schemas.openxmlformats.org/officeDocument/2006/relationships/image" Target="../media/image137.png"/><Relationship Id="rId85" Type="http://schemas.openxmlformats.org/officeDocument/2006/relationships/image" Target="../media/image83.png"/><Relationship Id="rId150" Type="http://schemas.openxmlformats.org/officeDocument/2006/relationships/image" Target="../media/image148.png"/><Relationship Id="rId171" Type="http://schemas.openxmlformats.org/officeDocument/2006/relationships/image" Target="../media/image169.png"/><Relationship Id="rId192" Type="http://schemas.openxmlformats.org/officeDocument/2006/relationships/image" Target="../media/image190.png"/><Relationship Id="rId206" Type="http://schemas.openxmlformats.org/officeDocument/2006/relationships/image" Target="../media/image204.png"/><Relationship Id="rId12" Type="http://schemas.openxmlformats.org/officeDocument/2006/relationships/image" Target="../media/image10.png"/><Relationship Id="rId33" Type="http://schemas.openxmlformats.org/officeDocument/2006/relationships/image" Target="../media/image31.png"/><Relationship Id="rId108" Type="http://schemas.openxmlformats.org/officeDocument/2006/relationships/image" Target="../media/image106.png"/><Relationship Id="rId129" Type="http://schemas.openxmlformats.org/officeDocument/2006/relationships/image" Target="../media/image127.png"/><Relationship Id="rId54" Type="http://schemas.openxmlformats.org/officeDocument/2006/relationships/image" Target="../media/image52.png"/><Relationship Id="rId75" Type="http://schemas.openxmlformats.org/officeDocument/2006/relationships/image" Target="../media/image73.png"/><Relationship Id="rId96" Type="http://schemas.openxmlformats.org/officeDocument/2006/relationships/image" Target="../media/image94.png"/><Relationship Id="rId140" Type="http://schemas.openxmlformats.org/officeDocument/2006/relationships/image" Target="../media/image138.png"/><Relationship Id="rId161" Type="http://schemas.openxmlformats.org/officeDocument/2006/relationships/image" Target="../media/image159.png"/><Relationship Id="rId182" Type="http://schemas.openxmlformats.org/officeDocument/2006/relationships/image" Target="../media/image180.png"/><Relationship Id="rId6" Type="http://schemas.openxmlformats.org/officeDocument/2006/relationships/image" Target="../media/image4.png"/><Relationship Id="rId23" Type="http://schemas.openxmlformats.org/officeDocument/2006/relationships/image" Target="../media/image21.png"/><Relationship Id="rId119" Type="http://schemas.openxmlformats.org/officeDocument/2006/relationships/image" Target="../media/image117.png"/><Relationship Id="rId44" Type="http://schemas.openxmlformats.org/officeDocument/2006/relationships/image" Target="../media/image42.png"/><Relationship Id="rId65" Type="http://schemas.openxmlformats.org/officeDocument/2006/relationships/image" Target="../media/image63.png"/><Relationship Id="rId86" Type="http://schemas.openxmlformats.org/officeDocument/2006/relationships/image" Target="../media/image84.png"/><Relationship Id="rId130" Type="http://schemas.openxmlformats.org/officeDocument/2006/relationships/image" Target="../media/image128.png"/><Relationship Id="rId151" Type="http://schemas.openxmlformats.org/officeDocument/2006/relationships/image" Target="../media/image149.png"/><Relationship Id="rId172" Type="http://schemas.openxmlformats.org/officeDocument/2006/relationships/image" Target="../media/image170.png"/><Relationship Id="rId193" Type="http://schemas.openxmlformats.org/officeDocument/2006/relationships/image" Target="../media/image191.png"/><Relationship Id="rId13" Type="http://schemas.openxmlformats.org/officeDocument/2006/relationships/image" Target="../media/image11.png"/><Relationship Id="rId109" Type="http://schemas.openxmlformats.org/officeDocument/2006/relationships/image" Target="../media/image107.png"/><Relationship Id="rId34" Type="http://schemas.openxmlformats.org/officeDocument/2006/relationships/image" Target="../media/image32.png"/><Relationship Id="rId55" Type="http://schemas.openxmlformats.org/officeDocument/2006/relationships/image" Target="../media/image53.png"/><Relationship Id="rId76" Type="http://schemas.openxmlformats.org/officeDocument/2006/relationships/image" Target="../media/image74.png"/><Relationship Id="rId97" Type="http://schemas.openxmlformats.org/officeDocument/2006/relationships/image" Target="../media/image95.png"/><Relationship Id="rId120" Type="http://schemas.openxmlformats.org/officeDocument/2006/relationships/image" Target="../media/image118.png"/><Relationship Id="rId141" Type="http://schemas.openxmlformats.org/officeDocument/2006/relationships/image" Target="../media/image139.png"/><Relationship Id="rId7" Type="http://schemas.openxmlformats.org/officeDocument/2006/relationships/image" Target="../media/image5.png"/><Relationship Id="rId162" Type="http://schemas.openxmlformats.org/officeDocument/2006/relationships/image" Target="../media/image160.png"/><Relationship Id="rId183" Type="http://schemas.openxmlformats.org/officeDocument/2006/relationships/image" Target="../media/image181.png"/><Relationship Id="rId24" Type="http://schemas.openxmlformats.org/officeDocument/2006/relationships/image" Target="../media/image22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66" Type="http://schemas.openxmlformats.org/officeDocument/2006/relationships/image" Target="../media/image64.png"/><Relationship Id="rId87" Type="http://schemas.openxmlformats.org/officeDocument/2006/relationships/image" Target="../media/image85.png"/><Relationship Id="rId110" Type="http://schemas.openxmlformats.org/officeDocument/2006/relationships/image" Target="../media/image108.png"/><Relationship Id="rId115" Type="http://schemas.openxmlformats.org/officeDocument/2006/relationships/image" Target="../media/image113.png"/><Relationship Id="rId131" Type="http://schemas.openxmlformats.org/officeDocument/2006/relationships/image" Target="../media/image129.png"/><Relationship Id="rId136" Type="http://schemas.openxmlformats.org/officeDocument/2006/relationships/image" Target="../media/image134.png"/><Relationship Id="rId157" Type="http://schemas.openxmlformats.org/officeDocument/2006/relationships/image" Target="../media/image155.png"/><Relationship Id="rId178" Type="http://schemas.openxmlformats.org/officeDocument/2006/relationships/image" Target="../media/image176.png"/><Relationship Id="rId61" Type="http://schemas.openxmlformats.org/officeDocument/2006/relationships/image" Target="../media/image59.png"/><Relationship Id="rId82" Type="http://schemas.openxmlformats.org/officeDocument/2006/relationships/image" Target="../media/image80.png"/><Relationship Id="rId152" Type="http://schemas.openxmlformats.org/officeDocument/2006/relationships/image" Target="../media/image150.png"/><Relationship Id="rId173" Type="http://schemas.openxmlformats.org/officeDocument/2006/relationships/image" Target="../media/image171.png"/><Relationship Id="rId194" Type="http://schemas.openxmlformats.org/officeDocument/2006/relationships/image" Target="../media/image192.png"/><Relationship Id="rId199" Type="http://schemas.openxmlformats.org/officeDocument/2006/relationships/image" Target="../media/image197.png"/><Relationship Id="rId203" Type="http://schemas.openxmlformats.org/officeDocument/2006/relationships/image" Target="../media/image201.png"/><Relationship Id="rId19" Type="http://schemas.openxmlformats.org/officeDocument/2006/relationships/image" Target="../media/image17.png"/><Relationship Id="rId14" Type="http://schemas.openxmlformats.org/officeDocument/2006/relationships/image" Target="../media/image12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56" Type="http://schemas.openxmlformats.org/officeDocument/2006/relationships/image" Target="../media/image54.png"/><Relationship Id="rId77" Type="http://schemas.openxmlformats.org/officeDocument/2006/relationships/image" Target="../media/image75.png"/><Relationship Id="rId100" Type="http://schemas.openxmlformats.org/officeDocument/2006/relationships/image" Target="../media/image98.png"/><Relationship Id="rId105" Type="http://schemas.openxmlformats.org/officeDocument/2006/relationships/image" Target="../media/image103.png"/><Relationship Id="rId126" Type="http://schemas.openxmlformats.org/officeDocument/2006/relationships/image" Target="../media/image124.png"/><Relationship Id="rId147" Type="http://schemas.openxmlformats.org/officeDocument/2006/relationships/image" Target="../media/image145.png"/><Relationship Id="rId168" Type="http://schemas.openxmlformats.org/officeDocument/2006/relationships/image" Target="../media/image166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72" Type="http://schemas.openxmlformats.org/officeDocument/2006/relationships/image" Target="../media/image70.png"/><Relationship Id="rId93" Type="http://schemas.openxmlformats.org/officeDocument/2006/relationships/image" Target="../media/image91.png"/><Relationship Id="rId98" Type="http://schemas.openxmlformats.org/officeDocument/2006/relationships/image" Target="../media/image96.png"/><Relationship Id="rId121" Type="http://schemas.openxmlformats.org/officeDocument/2006/relationships/image" Target="../media/image119.png"/><Relationship Id="rId142" Type="http://schemas.openxmlformats.org/officeDocument/2006/relationships/image" Target="../media/image140.png"/><Relationship Id="rId163" Type="http://schemas.openxmlformats.org/officeDocument/2006/relationships/image" Target="../media/image161.png"/><Relationship Id="rId184" Type="http://schemas.openxmlformats.org/officeDocument/2006/relationships/image" Target="../media/image182.png"/><Relationship Id="rId189" Type="http://schemas.openxmlformats.org/officeDocument/2006/relationships/image" Target="../media/image187.png"/><Relationship Id="rId3" Type="http://schemas.openxmlformats.org/officeDocument/2006/relationships/image" Target="../media/image1.png"/><Relationship Id="rId25" Type="http://schemas.openxmlformats.org/officeDocument/2006/relationships/image" Target="../media/image23.png"/><Relationship Id="rId46" Type="http://schemas.openxmlformats.org/officeDocument/2006/relationships/image" Target="../media/image44.png"/><Relationship Id="rId67" Type="http://schemas.openxmlformats.org/officeDocument/2006/relationships/image" Target="../media/image65.png"/><Relationship Id="rId116" Type="http://schemas.openxmlformats.org/officeDocument/2006/relationships/image" Target="../media/image114.png"/><Relationship Id="rId137" Type="http://schemas.openxmlformats.org/officeDocument/2006/relationships/image" Target="../media/image135.png"/><Relationship Id="rId158" Type="http://schemas.openxmlformats.org/officeDocument/2006/relationships/image" Target="../media/image15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62" Type="http://schemas.openxmlformats.org/officeDocument/2006/relationships/image" Target="../media/image60.png"/><Relationship Id="rId83" Type="http://schemas.openxmlformats.org/officeDocument/2006/relationships/image" Target="../media/image81.png"/><Relationship Id="rId88" Type="http://schemas.openxmlformats.org/officeDocument/2006/relationships/image" Target="../media/image86.png"/><Relationship Id="rId111" Type="http://schemas.openxmlformats.org/officeDocument/2006/relationships/image" Target="../media/image109.png"/><Relationship Id="rId132" Type="http://schemas.openxmlformats.org/officeDocument/2006/relationships/image" Target="../media/image130.png"/><Relationship Id="rId153" Type="http://schemas.openxmlformats.org/officeDocument/2006/relationships/image" Target="../media/image151.png"/><Relationship Id="rId174" Type="http://schemas.openxmlformats.org/officeDocument/2006/relationships/image" Target="../media/image172.png"/><Relationship Id="rId179" Type="http://schemas.openxmlformats.org/officeDocument/2006/relationships/image" Target="../media/image177.png"/><Relationship Id="rId195" Type="http://schemas.openxmlformats.org/officeDocument/2006/relationships/image" Target="../media/image193.png"/><Relationship Id="rId190" Type="http://schemas.openxmlformats.org/officeDocument/2006/relationships/image" Target="../media/image188.png"/><Relationship Id="rId204" Type="http://schemas.openxmlformats.org/officeDocument/2006/relationships/image" Target="../media/image202.png"/><Relationship Id="rId15" Type="http://schemas.openxmlformats.org/officeDocument/2006/relationships/image" Target="../media/image13.png"/><Relationship Id="rId36" Type="http://schemas.openxmlformats.org/officeDocument/2006/relationships/image" Target="../media/image34.png"/><Relationship Id="rId57" Type="http://schemas.openxmlformats.org/officeDocument/2006/relationships/image" Target="../media/image55.png"/><Relationship Id="rId106" Type="http://schemas.openxmlformats.org/officeDocument/2006/relationships/image" Target="../media/image104.png"/><Relationship Id="rId127" Type="http://schemas.openxmlformats.org/officeDocument/2006/relationships/image" Target="../media/image125.pn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52" Type="http://schemas.openxmlformats.org/officeDocument/2006/relationships/image" Target="../media/image50.png"/><Relationship Id="rId73" Type="http://schemas.openxmlformats.org/officeDocument/2006/relationships/image" Target="../media/image71.png"/><Relationship Id="rId78" Type="http://schemas.openxmlformats.org/officeDocument/2006/relationships/image" Target="../media/image76.png"/><Relationship Id="rId94" Type="http://schemas.openxmlformats.org/officeDocument/2006/relationships/image" Target="../media/image92.png"/><Relationship Id="rId99" Type="http://schemas.openxmlformats.org/officeDocument/2006/relationships/image" Target="../media/image97.png"/><Relationship Id="rId101" Type="http://schemas.openxmlformats.org/officeDocument/2006/relationships/image" Target="../media/image99.png"/><Relationship Id="rId122" Type="http://schemas.openxmlformats.org/officeDocument/2006/relationships/image" Target="../media/image120.png"/><Relationship Id="rId143" Type="http://schemas.openxmlformats.org/officeDocument/2006/relationships/image" Target="../media/image141.png"/><Relationship Id="rId148" Type="http://schemas.openxmlformats.org/officeDocument/2006/relationships/image" Target="../media/image146.png"/><Relationship Id="rId164" Type="http://schemas.openxmlformats.org/officeDocument/2006/relationships/image" Target="../media/image162.png"/><Relationship Id="rId169" Type="http://schemas.openxmlformats.org/officeDocument/2006/relationships/image" Target="../media/image167.png"/><Relationship Id="rId185" Type="http://schemas.openxmlformats.org/officeDocument/2006/relationships/image" Target="../media/image183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80" Type="http://schemas.openxmlformats.org/officeDocument/2006/relationships/image" Target="../media/image178.png"/><Relationship Id="rId26" Type="http://schemas.openxmlformats.org/officeDocument/2006/relationships/image" Target="../media/image24.png"/><Relationship Id="rId47" Type="http://schemas.openxmlformats.org/officeDocument/2006/relationships/image" Target="../media/image45.png"/><Relationship Id="rId68" Type="http://schemas.openxmlformats.org/officeDocument/2006/relationships/image" Target="../media/image66.png"/><Relationship Id="rId89" Type="http://schemas.openxmlformats.org/officeDocument/2006/relationships/image" Target="../media/image87.png"/><Relationship Id="rId112" Type="http://schemas.openxmlformats.org/officeDocument/2006/relationships/image" Target="../media/image110.png"/><Relationship Id="rId133" Type="http://schemas.openxmlformats.org/officeDocument/2006/relationships/image" Target="../media/image131.png"/><Relationship Id="rId154" Type="http://schemas.openxmlformats.org/officeDocument/2006/relationships/image" Target="../media/image152.png"/><Relationship Id="rId175" Type="http://schemas.openxmlformats.org/officeDocument/2006/relationships/image" Target="../media/image173.png"/><Relationship Id="rId196" Type="http://schemas.openxmlformats.org/officeDocument/2006/relationships/image" Target="../media/image194.png"/><Relationship Id="rId200" Type="http://schemas.openxmlformats.org/officeDocument/2006/relationships/image" Target="../media/image198.png"/><Relationship Id="rId16" Type="http://schemas.openxmlformats.org/officeDocument/2006/relationships/image" Target="../media/image14.png"/><Relationship Id="rId37" Type="http://schemas.openxmlformats.org/officeDocument/2006/relationships/image" Target="../media/image35.png"/><Relationship Id="rId58" Type="http://schemas.openxmlformats.org/officeDocument/2006/relationships/image" Target="../media/image56.png"/><Relationship Id="rId79" Type="http://schemas.openxmlformats.org/officeDocument/2006/relationships/image" Target="../media/image77.png"/><Relationship Id="rId102" Type="http://schemas.openxmlformats.org/officeDocument/2006/relationships/image" Target="../media/image100.png"/><Relationship Id="rId123" Type="http://schemas.openxmlformats.org/officeDocument/2006/relationships/image" Target="../media/image121.png"/><Relationship Id="rId144" Type="http://schemas.openxmlformats.org/officeDocument/2006/relationships/image" Target="../media/image142.png"/><Relationship Id="rId90" Type="http://schemas.openxmlformats.org/officeDocument/2006/relationships/image" Target="../media/image88.png"/><Relationship Id="rId165" Type="http://schemas.openxmlformats.org/officeDocument/2006/relationships/image" Target="../media/image163.png"/><Relationship Id="rId186" Type="http://schemas.openxmlformats.org/officeDocument/2006/relationships/image" Target="../media/image184.png"/><Relationship Id="rId27" Type="http://schemas.openxmlformats.org/officeDocument/2006/relationships/image" Target="../media/image25.png"/><Relationship Id="rId48" Type="http://schemas.openxmlformats.org/officeDocument/2006/relationships/image" Target="../media/image46.png"/><Relationship Id="rId69" Type="http://schemas.openxmlformats.org/officeDocument/2006/relationships/image" Target="../media/image67.png"/><Relationship Id="rId113" Type="http://schemas.openxmlformats.org/officeDocument/2006/relationships/image" Target="../media/image111.png"/><Relationship Id="rId134" Type="http://schemas.openxmlformats.org/officeDocument/2006/relationships/image" Target="../media/image132.png"/><Relationship Id="rId80" Type="http://schemas.openxmlformats.org/officeDocument/2006/relationships/image" Target="../media/image78.png"/><Relationship Id="rId155" Type="http://schemas.openxmlformats.org/officeDocument/2006/relationships/image" Target="../media/image153.png"/><Relationship Id="rId176" Type="http://schemas.openxmlformats.org/officeDocument/2006/relationships/image" Target="../media/image174.png"/><Relationship Id="rId197" Type="http://schemas.openxmlformats.org/officeDocument/2006/relationships/image" Target="../media/image195.png"/><Relationship Id="rId201" Type="http://schemas.openxmlformats.org/officeDocument/2006/relationships/image" Target="../media/image199.png"/><Relationship Id="rId17" Type="http://schemas.openxmlformats.org/officeDocument/2006/relationships/image" Target="../media/image15.png"/><Relationship Id="rId38" Type="http://schemas.openxmlformats.org/officeDocument/2006/relationships/image" Target="../media/image36.png"/><Relationship Id="rId59" Type="http://schemas.openxmlformats.org/officeDocument/2006/relationships/image" Target="../media/image57.png"/><Relationship Id="rId103" Type="http://schemas.openxmlformats.org/officeDocument/2006/relationships/image" Target="../media/image101.png"/><Relationship Id="rId124" Type="http://schemas.openxmlformats.org/officeDocument/2006/relationships/image" Target="../media/image122.png"/><Relationship Id="rId70" Type="http://schemas.openxmlformats.org/officeDocument/2006/relationships/image" Target="../media/image68.png"/><Relationship Id="rId91" Type="http://schemas.openxmlformats.org/officeDocument/2006/relationships/image" Target="../media/image89.png"/><Relationship Id="rId145" Type="http://schemas.openxmlformats.org/officeDocument/2006/relationships/image" Target="../media/image143.png"/><Relationship Id="rId166" Type="http://schemas.openxmlformats.org/officeDocument/2006/relationships/image" Target="../media/image164.png"/><Relationship Id="rId187" Type="http://schemas.openxmlformats.org/officeDocument/2006/relationships/image" Target="../media/image185.png"/><Relationship Id="rId1" Type="http://schemas.openxmlformats.org/officeDocument/2006/relationships/slideLayout" Target="../slideLayouts/slideLayout1.xml"/><Relationship Id="rId28" Type="http://schemas.openxmlformats.org/officeDocument/2006/relationships/image" Target="../media/image26.png"/><Relationship Id="rId49" Type="http://schemas.openxmlformats.org/officeDocument/2006/relationships/image" Target="../media/image47.png"/><Relationship Id="rId114" Type="http://schemas.openxmlformats.org/officeDocument/2006/relationships/image" Target="../media/image112.png"/><Relationship Id="rId60" Type="http://schemas.openxmlformats.org/officeDocument/2006/relationships/image" Target="../media/image58.png"/><Relationship Id="rId81" Type="http://schemas.openxmlformats.org/officeDocument/2006/relationships/image" Target="../media/image79.png"/><Relationship Id="rId135" Type="http://schemas.openxmlformats.org/officeDocument/2006/relationships/image" Target="../media/image133.png"/><Relationship Id="rId156" Type="http://schemas.openxmlformats.org/officeDocument/2006/relationships/image" Target="../media/image154.png"/><Relationship Id="rId177" Type="http://schemas.openxmlformats.org/officeDocument/2006/relationships/image" Target="../media/image175.png"/><Relationship Id="rId198" Type="http://schemas.openxmlformats.org/officeDocument/2006/relationships/image" Target="../media/image196.png"/><Relationship Id="rId202" Type="http://schemas.openxmlformats.org/officeDocument/2006/relationships/image" Target="../media/image200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50" Type="http://schemas.openxmlformats.org/officeDocument/2006/relationships/image" Target="../media/image48.png"/><Relationship Id="rId104" Type="http://schemas.openxmlformats.org/officeDocument/2006/relationships/image" Target="../media/image102.png"/><Relationship Id="rId125" Type="http://schemas.openxmlformats.org/officeDocument/2006/relationships/image" Target="../media/image123.png"/><Relationship Id="rId146" Type="http://schemas.openxmlformats.org/officeDocument/2006/relationships/image" Target="../media/image144.png"/><Relationship Id="rId167" Type="http://schemas.openxmlformats.org/officeDocument/2006/relationships/image" Target="../media/image165.png"/><Relationship Id="rId188" Type="http://schemas.openxmlformats.org/officeDocument/2006/relationships/image" Target="../media/image186.png"/><Relationship Id="rId71" Type="http://schemas.openxmlformats.org/officeDocument/2006/relationships/image" Target="../media/image69.png"/><Relationship Id="rId92" Type="http://schemas.openxmlformats.org/officeDocument/2006/relationships/image" Target="../media/image90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>
            <a:extLst>
              <a:ext uri="{FF2B5EF4-FFF2-40B4-BE49-F238E27FC236}">
                <a16:creationId xmlns:a16="http://schemas.microsoft.com/office/drawing/2014/main" id="{CAE8FF84-A97F-C210-C384-2A620E8D4BF9}"/>
              </a:ext>
            </a:extLst>
          </p:cNvPr>
          <p:cNvGrpSpPr/>
          <p:nvPr/>
        </p:nvGrpSpPr>
        <p:grpSpPr>
          <a:xfrm>
            <a:off x="-4572" y="41148"/>
            <a:ext cx="12196267" cy="6801307"/>
            <a:chOff x="-4572" y="41148"/>
            <a:chExt cx="12196267" cy="6801307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28678" y="1565453"/>
              <a:ext cx="363017" cy="5271516"/>
            </a:xfrm>
            <a:prstGeom prst="rect">
              <a:avLst/>
            </a:prstGeom>
          </p:spPr>
        </p:pic>
        <p:pic>
          <p:nvPicPr>
            <p:cNvPr id="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43877" y="571500"/>
              <a:ext cx="4660697" cy="1027786"/>
            </a:xfrm>
            <a:prstGeom prst="rect">
              <a:avLst/>
            </a:prstGeom>
          </p:spPr>
        </p:pic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51269" y="571500"/>
              <a:ext cx="309982" cy="17374"/>
            </a:xfrm>
            <a:prstGeom prst="rect">
              <a:avLst/>
            </a:prstGeom>
          </p:spPr>
        </p:pic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48856" y="572414"/>
              <a:ext cx="124358" cy="2595982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94806" y="3083357"/>
              <a:ext cx="876910" cy="88697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311603" y="572414"/>
              <a:ext cx="3703320" cy="2595982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999793" y="3082442"/>
              <a:ext cx="328270" cy="88697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-4572" y="571500"/>
              <a:ext cx="2019910" cy="5041087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999793" y="3162910"/>
              <a:ext cx="328270" cy="88697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310689" y="3162910"/>
              <a:ext cx="3703320" cy="2454250"/>
            </a:xfrm>
            <a:prstGeom prst="rect">
              <a:avLst/>
            </a:prstGeom>
          </p:spPr>
        </p:pic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848856" y="3160166"/>
              <a:ext cx="1887322" cy="2454250"/>
            </a:xfrm>
            <a:prstGeom prst="rect">
              <a:avLst/>
            </a:prstGeom>
          </p:spPr>
        </p:pic>
        <p:pic>
          <p:nvPicPr>
            <p:cNvPr id="13" name="Image 11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722462" y="3844138"/>
              <a:ext cx="3189427" cy="1045159"/>
            </a:xfrm>
            <a:prstGeom prst="rect">
              <a:avLst/>
            </a:prstGeom>
          </p:spPr>
        </p:pic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1881714" y="3854196"/>
              <a:ext cx="283464" cy="2117750"/>
            </a:xfrm>
            <a:prstGeom prst="rect">
              <a:avLst/>
            </a:prstGeom>
          </p:spPr>
        </p:pic>
        <p:pic>
          <p:nvPicPr>
            <p:cNvPr id="15" name="Image 13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729777" y="5073091"/>
              <a:ext cx="3172054" cy="912571"/>
            </a:xfrm>
            <a:prstGeom prst="rect">
              <a:avLst/>
            </a:prstGeom>
          </p:spPr>
        </p:pic>
        <p:pic>
          <p:nvPicPr>
            <p:cNvPr id="16" name="Image 14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095598" y="5606186"/>
              <a:ext cx="4651553" cy="407822"/>
            </a:xfrm>
            <a:prstGeom prst="rect">
              <a:avLst/>
            </a:prstGeom>
          </p:spPr>
        </p:pic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729777" y="5997550"/>
              <a:ext cx="17374" cy="434340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21715" y="5604358"/>
              <a:ext cx="7823606" cy="859536"/>
            </a:xfrm>
            <a:prstGeom prst="rect">
              <a:avLst/>
            </a:prstGeom>
          </p:spPr>
        </p:pic>
        <p:pic>
          <p:nvPicPr>
            <p:cNvPr id="19" name="Image 17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730691" y="6443777"/>
              <a:ext cx="79553" cy="398678"/>
            </a:xfrm>
            <a:prstGeom prst="rect">
              <a:avLst/>
            </a:prstGeom>
          </p:spPr>
        </p:pic>
        <p:pic>
          <p:nvPicPr>
            <p:cNvPr id="20" name="Image 18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951269" y="571500"/>
              <a:ext cx="309982" cy="17374"/>
            </a:xfrm>
            <a:prstGeom prst="rect">
              <a:avLst/>
            </a:prstGeom>
          </p:spPr>
        </p:pic>
        <p:pic>
          <p:nvPicPr>
            <p:cNvPr id="21" name="Image 19" descr="preencoded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999793" y="3145536"/>
              <a:ext cx="17374" cy="43891"/>
            </a:xfrm>
            <a:prstGeom prst="rect">
              <a:avLst/>
            </a:prstGeom>
          </p:spPr>
        </p:pic>
        <p:pic>
          <p:nvPicPr>
            <p:cNvPr id="22" name="Image 20" descr="preencoded.pn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5994806" y="3142793"/>
              <a:ext cx="17374" cy="53035"/>
            </a:xfrm>
            <a:prstGeom prst="rect">
              <a:avLst/>
            </a:prstGeom>
          </p:spPr>
        </p:pic>
        <p:pic>
          <p:nvPicPr>
            <p:cNvPr id="23" name="Image 21" descr="preencoded.pn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2311603" y="3152851"/>
              <a:ext cx="17374" cy="26518"/>
            </a:xfrm>
            <a:prstGeom prst="rect">
              <a:avLst/>
            </a:prstGeom>
          </p:spPr>
        </p:pic>
        <p:pic>
          <p:nvPicPr>
            <p:cNvPr id="24" name="Image 22" descr="preencoded.pn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420710" y="1565453"/>
              <a:ext cx="17374" cy="2303374"/>
            </a:xfrm>
            <a:prstGeom prst="rect">
              <a:avLst/>
            </a:prstGeom>
          </p:spPr>
        </p:pic>
        <p:pic>
          <p:nvPicPr>
            <p:cNvPr id="25" name="Image 23" descr="preencoded.pn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849770" y="3152851"/>
              <a:ext cx="17374" cy="26518"/>
            </a:xfrm>
            <a:prstGeom prst="rect">
              <a:avLst/>
            </a:prstGeom>
          </p:spPr>
        </p:pic>
        <p:pic>
          <p:nvPicPr>
            <p:cNvPr id="26" name="Image 24" descr="preencoded.pn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8423453" y="1565453"/>
              <a:ext cx="3482035" cy="1054303"/>
            </a:xfrm>
            <a:prstGeom prst="rect">
              <a:avLst/>
            </a:prstGeom>
          </p:spPr>
        </p:pic>
        <p:pic>
          <p:nvPicPr>
            <p:cNvPr id="27" name="Image 25" descr="preencoded.pn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1884457" y="5955487"/>
              <a:ext cx="17374" cy="26518"/>
            </a:xfrm>
            <a:prstGeom prst="rect">
              <a:avLst/>
            </a:prstGeom>
          </p:spPr>
        </p:pic>
        <p:pic>
          <p:nvPicPr>
            <p:cNvPr id="28" name="Image 26" descr="preencoded.pn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1883542" y="1598371"/>
              <a:ext cx="274320" cy="2276856"/>
            </a:xfrm>
            <a:prstGeom prst="rect">
              <a:avLst/>
            </a:prstGeom>
          </p:spPr>
        </p:pic>
        <p:pic>
          <p:nvPicPr>
            <p:cNvPr id="29" name="Image 27" descr="preencoded.pn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8423453" y="2801722"/>
              <a:ext cx="3482035" cy="1045159"/>
            </a:xfrm>
            <a:prstGeom prst="rect">
              <a:avLst/>
            </a:prstGeom>
          </p:spPr>
        </p:pic>
        <p:pic>
          <p:nvPicPr>
            <p:cNvPr id="30" name="Image 28" descr="preencoded.pn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1883542" y="3911803"/>
              <a:ext cx="17374" cy="876910"/>
            </a:xfrm>
            <a:prstGeom prst="rect">
              <a:avLst/>
            </a:prstGeom>
          </p:spPr>
        </p:pic>
        <p:pic>
          <p:nvPicPr>
            <p:cNvPr id="31" name="Image 29" descr="preencoded.pn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8722462" y="3832250"/>
              <a:ext cx="26518" cy="26518"/>
            </a:xfrm>
            <a:prstGeom prst="rect">
              <a:avLst/>
            </a:prstGeom>
          </p:spPr>
        </p:pic>
        <p:pic>
          <p:nvPicPr>
            <p:cNvPr id="32" name="Image 30" descr="preencoded.pn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8729777" y="6412687"/>
              <a:ext cx="17374" cy="43891"/>
            </a:xfrm>
            <a:prstGeom prst="rect">
              <a:avLst/>
            </a:prstGeom>
          </p:spPr>
        </p:pic>
        <p:pic>
          <p:nvPicPr>
            <p:cNvPr id="33" name="Image 31" descr="preencoded.pn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8729777" y="5965546"/>
              <a:ext cx="17374" cy="53035"/>
            </a:xfrm>
            <a:prstGeom prst="rect">
              <a:avLst/>
            </a:prstGeom>
          </p:spPr>
        </p:pic>
        <p:pic>
          <p:nvPicPr>
            <p:cNvPr id="35" name="Image 33" descr="preencoded.pn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6955841" y="576072"/>
              <a:ext cx="300838" cy="9144"/>
            </a:xfrm>
            <a:prstGeom prst="rect">
              <a:avLst/>
            </a:prstGeom>
          </p:spPr>
        </p:pic>
        <p:pic>
          <p:nvPicPr>
            <p:cNvPr id="36" name="Image 34" descr="preencoded.pn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0" y="576072"/>
              <a:ext cx="2011680" cy="5032858"/>
            </a:xfrm>
            <a:prstGeom prst="rect">
              <a:avLst/>
            </a:prstGeom>
          </p:spPr>
        </p:pic>
        <p:pic>
          <p:nvPicPr>
            <p:cNvPr id="37" name="Image 35" descr="preencoded.pn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2315261" y="576986"/>
              <a:ext cx="3695090" cy="5032858"/>
            </a:xfrm>
            <a:prstGeom prst="rect">
              <a:avLst/>
            </a:prstGeom>
          </p:spPr>
        </p:pic>
        <p:pic>
          <p:nvPicPr>
            <p:cNvPr id="38" name="Image 36" descr="preencoded.pn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6853428" y="576072"/>
              <a:ext cx="1585570" cy="5032858"/>
            </a:xfrm>
            <a:prstGeom prst="rect">
              <a:avLst/>
            </a:prstGeom>
          </p:spPr>
        </p:pic>
        <p:pic>
          <p:nvPicPr>
            <p:cNvPr id="39" name="Image 37" descr="preencoded.png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8729777" y="576072"/>
              <a:ext cx="3172054" cy="2038198"/>
            </a:xfrm>
            <a:prstGeom prst="rect">
              <a:avLst/>
            </a:prstGeom>
          </p:spPr>
        </p:pic>
        <p:pic>
          <p:nvPicPr>
            <p:cNvPr id="40" name="Image 38" descr="preencoded.png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8425282" y="1507846"/>
              <a:ext cx="319126" cy="159106"/>
            </a:xfrm>
            <a:prstGeom prst="rect">
              <a:avLst/>
            </a:prstGeom>
          </p:spPr>
        </p:pic>
        <p:pic>
          <p:nvPicPr>
            <p:cNvPr id="41" name="Image 39" descr="preencoded.png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1883542" y="1570025"/>
              <a:ext cx="300838" cy="4483303"/>
            </a:xfrm>
            <a:prstGeom prst="rect">
              <a:avLst/>
            </a:prstGeom>
          </p:spPr>
        </p:pic>
        <p:pic>
          <p:nvPicPr>
            <p:cNvPr id="42" name="Image 40" descr="preencoded.png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8427110" y="1592885"/>
              <a:ext cx="3729838" cy="2250338"/>
            </a:xfrm>
            <a:prstGeom prst="rect">
              <a:avLst/>
            </a:prstGeom>
          </p:spPr>
        </p:pic>
        <p:pic>
          <p:nvPicPr>
            <p:cNvPr id="43" name="Image 41" descr="preencoded.png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8727034" y="2806294"/>
              <a:ext cx="3172054" cy="2072945"/>
            </a:xfrm>
            <a:prstGeom prst="rect">
              <a:avLst/>
            </a:prstGeom>
          </p:spPr>
        </p:pic>
        <p:pic>
          <p:nvPicPr>
            <p:cNvPr id="44" name="Image 42" descr="preencoded.png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2003450" y="3087014"/>
              <a:ext cx="319126" cy="159106"/>
            </a:xfrm>
            <a:prstGeom prst="rect">
              <a:avLst/>
            </a:prstGeom>
          </p:spPr>
        </p:pic>
        <p:pic>
          <p:nvPicPr>
            <p:cNvPr id="45" name="Image 43" descr="preencoded.png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5999378" y="3087014"/>
              <a:ext cx="868680" cy="159106"/>
            </a:xfrm>
            <a:prstGeom prst="rect">
              <a:avLst/>
            </a:prstGeom>
          </p:spPr>
        </p:pic>
        <p:pic>
          <p:nvPicPr>
            <p:cNvPr id="46" name="Image 44" descr="preencoded.png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8425282" y="3765499"/>
              <a:ext cx="319126" cy="159106"/>
            </a:xfrm>
            <a:prstGeom prst="rect">
              <a:avLst/>
            </a:prstGeom>
          </p:spPr>
        </p:pic>
        <p:pic>
          <p:nvPicPr>
            <p:cNvPr id="47" name="Image 45" descr="preencoded.png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11887200" y="3916375"/>
              <a:ext cx="17374" cy="868680"/>
            </a:xfrm>
            <a:prstGeom prst="rect">
              <a:avLst/>
            </a:prstGeom>
          </p:spPr>
        </p:pic>
        <p:pic>
          <p:nvPicPr>
            <p:cNvPr id="48" name="Image 46" descr="preencoded.png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8734349" y="5076749"/>
              <a:ext cx="3162910" cy="1754734"/>
            </a:xfrm>
            <a:prstGeom prst="rect">
              <a:avLst/>
            </a:prstGeom>
          </p:spPr>
        </p:pic>
        <p:pic>
          <p:nvPicPr>
            <p:cNvPr id="49" name="Image 47" descr="preencoded.png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925373" y="5608930"/>
              <a:ext cx="7814462" cy="850392"/>
            </a:xfrm>
            <a:prstGeom prst="rect">
              <a:avLst/>
            </a:prstGeom>
          </p:spPr>
        </p:pic>
        <p:pic>
          <p:nvPicPr>
            <p:cNvPr id="50" name="Image 48" descr="preencoded.png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4100170" y="5610758"/>
              <a:ext cx="4642409" cy="398678"/>
            </a:xfrm>
            <a:prstGeom prst="rect">
              <a:avLst/>
            </a:prstGeom>
          </p:spPr>
        </p:pic>
        <p:pic>
          <p:nvPicPr>
            <p:cNvPr id="51" name="Image 49" descr="preencoded.png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6889090" y="609905"/>
              <a:ext cx="1515161" cy="4970678"/>
            </a:xfrm>
            <a:prstGeom prst="rect">
              <a:avLst/>
            </a:prstGeom>
          </p:spPr>
        </p:pic>
        <p:pic>
          <p:nvPicPr>
            <p:cNvPr id="52" name="Image 50" descr="preencoded.png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35662" y="611734"/>
              <a:ext cx="1940357" cy="4961534"/>
            </a:xfrm>
            <a:prstGeom prst="rect">
              <a:avLst/>
            </a:prstGeom>
          </p:spPr>
        </p:pic>
        <p:pic>
          <p:nvPicPr>
            <p:cNvPr id="53" name="Image 51" descr="preencoded.png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2351837" y="610819"/>
              <a:ext cx="3623767" cy="4961534"/>
            </a:xfrm>
            <a:prstGeom prst="rect">
              <a:avLst/>
            </a:prstGeom>
          </p:spPr>
        </p:pic>
        <p:pic>
          <p:nvPicPr>
            <p:cNvPr id="54" name="Image 52" descr="preencoded.png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8777081" y="611734"/>
              <a:ext cx="3092501" cy="1966874"/>
            </a:xfrm>
            <a:prstGeom prst="rect">
              <a:avLst/>
            </a:prstGeom>
          </p:spPr>
        </p:pic>
        <p:pic>
          <p:nvPicPr>
            <p:cNvPr id="55" name="Image 53" descr="preencoded.png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8768182" y="2841041"/>
              <a:ext cx="3092501" cy="2002536"/>
            </a:xfrm>
            <a:prstGeom prst="rect">
              <a:avLst/>
            </a:prstGeom>
          </p:spPr>
        </p:pic>
        <p:pic>
          <p:nvPicPr>
            <p:cNvPr id="56" name="Image 54" descr="preencoded.png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0942625" y="2839212"/>
              <a:ext cx="79553" cy="9144"/>
            </a:xfrm>
            <a:prstGeom prst="rect">
              <a:avLst/>
            </a:prstGeom>
          </p:spPr>
        </p:pic>
        <p:pic>
          <p:nvPicPr>
            <p:cNvPr id="57" name="Image 55" descr="preencoded.png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770010" y="5112410"/>
              <a:ext cx="3092501" cy="1709928"/>
            </a:xfrm>
            <a:prstGeom prst="rect">
              <a:avLst/>
            </a:prstGeom>
          </p:spPr>
        </p:pic>
        <p:pic>
          <p:nvPicPr>
            <p:cNvPr id="58" name="Image 56" descr="preencoded.png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5073091" y="2841041"/>
              <a:ext cx="43891" cy="17374"/>
            </a:xfrm>
            <a:prstGeom prst="rect">
              <a:avLst/>
            </a:prstGeom>
          </p:spPr>
        </p:pic>
        <p:pic>
          <p:nvPicPr>
            <p:cNvPr id="59" name="Image 57" descr="preencoded.png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4637837" y="2077517"/>
              <a:ext cx="17374" cy="53035"/>
            </a:xfrm>
            <a:prstGeom prst="rect">
              <a:avLst/>
            </a:prstGeom>
          </p:spPr>
        </p:pic>
        <p:pic>
          <p:nvPicPr>
            <p:cNvPr id="60" name="Image 58" descr="preencoded.png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5233111" y="3883457"/>
              <a:ext cx="43891" cy="17374"/>
            </a:xfrm>
            <a:prstGeom prst="rect">
              <a:avLst/>
            </a:prstGeom>
          </p:spPr>
        </p:pic>
        <p:pic>
          <p:nvPicPr>
            <p:cNvPr id="77" name="Image 75" descr="preencoded.png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2722169" y="1133856"/>
              <a:ext cx="3021178" cy="2764231"/>
            </a:xfrm>
            <a:prstGeom prst="rect">
              <a:avLst/>
            </a:prstGeom>
          </p:spPr>
        </p:pic>
        <p:pic>
          <p:nvPicPr>
            <p:cNvPr id="78" name="Image 76" descr="preencoded.png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196596" y="1172261"/>
              <a:ext cx="381305" cy="381305"/>
            </a:xfrm>
            <a:prstGeom prst="rect">
              <a:avLst/>
            </a:prstGeom>
          </p:spPr>
        </p:pic>
        <p:pic>
          <p:nvPicPr>
            <p:cNvPr id="79" name="Image 77" descr="preencoded.png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9249156" y="1354226"/>
              <a:ext cx="531266" cy="1001268"/>
            </a:xfrm>
            <a:prstGeom prst="rect">
              <a:avLst/>
            </a:prstGeom>
          </p:spPr>
        </p:pic>
        <p:pic>
          <p:nvPicPr>
            <p:cNvPr id="80" name="Image 78" descr="preencoded.png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418527" y="1410005"/>
              <a:ext cx="451714" cy="159106"/>
            </a:xfrm>
            <a:prstGeom prst="rect">
              <a:avLst/>
            </a:prstGeom>
          </p:spPr>
        </p:pic>
        <p:pic>
          <p:nvPicPr>
            <p:cNvPr id="82" name="Image 80" descr="preencoded.png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820863" y="1520647"/>
              <a:ext cx="150876" cy="221285"/>
            </a:xfrm>
            <a:prstGeom prst="rect">
              <a:avLst/>
            </a:prstGeom>
          </p:spPr>
        </p:pic>
        <p:pic>
          <p:nvPicPr>
            <p:cNvPr id="83" name="Image 81" descr="preencoded.png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317029" y="1520647"/>
              <a:ext cx="150876" cy="221285"/>
            </a:xfrm>
            <a:prstGeom prst="rect">
              <a:avLst/>
            </a:prstGeom>
          </p:spPr>
        </p:pic>
        <p:pic>
          <p:nvPicPr>
            <p:cNvPr id="84" name="Image 82" descr="preencoded.png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605979" y="1540764"/>
              <a:ext cx="230429" cy="213055"/>
            </a:xfrm>
            <a:prstGeom prst="rect">
              <a:avLst/>
            </a:prstGeom>
          </p:spPr>
        </p:pic>
        <p:sp>
          <p:nvSpPr>
            <p:cNvPr id="87" name="Shape 0"/>
            <p:cNvSpPr/>
            <p:nvPr/>
          </p:nvSpPr>
          <p:spPr>
            <a:xfrm rot="-138000">
              <a:off x="219456" y="1869948"/>
              <a:ext cx="27432" cy="51206"/>
            </a:xfrm>
            <a:prstGeom prst="roundRect">
              <a:avLst/>
            </a:prstGeom>
            <a:solidFill>
              <a:srgbClr val="000000"/>
            </a:solidFill>
            <a:ln/>
          </p:spPr>
        </p:sp>
        <p:sp>
          <p:nvSpPr>
            <p:cNvPr id="88" name="Shape 1"/>
            <p:cNvSpPr/>
            <p:nvPr/>
          </p:nvSpPr>
          <p:spPr>
            <a:xfrm rot="-2586000">
              <a:off x="152705" y="1899209"/>
              <a:ext cx="29261" cy="47549"/>
            </a:xfrm>
            <a:prstGeom prst="roundRect">
              <a:avLst/>
            </a:prstGeom>
            <a:solidFill>
              <a:srgbClr val="000000"/>
            </a:solidFill>
            <a:ln/>
          </p:spPr>
        </p:sp>
        <p:sp>
          <p:nvSpPr>
            <p:cNvPr id="89" name="Shape 2"/>
            <p:cNvSpPr/>
            <p:nvPr/>
          </p:nvSpPr>
          <p:spPr>
            <a:xfrm rot="2676000">
              <a:off x="284378" y="1900123"/>
              <a:ext cx="29261" cy="48463"/>
            </a:xfrm>
            <a:prstGeom prst="roundRect">
              <a:avLst/>
            </a:prstGeom>
            <a:solidFill>
              <a:srgbClr val="000000"/>
            </a:solidFill>
            <a:ln/>
          </p:spPr>
        </p:sp>
        <p:pic>
          <p:nvPicPr>
            <p:cNvPr id="90" name="Image 85" descr="preencoded.png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170993" y="1927555"/>
              <a:ext cx="124358" cy="124358"/>
            </a:xfrm>
            <a:prstGeom prst="rect">
              <a:avLst/>
            </a:prstGeom>
          </p:spPr>
        </p:pic>
        <p:sp>
          <p:nvSpPr>
            <p:cNvPr id="91" name="Shape 3"/>
            <p:cNvSpPr/>
            <p:nvPr/>
          </p:nvSpPr>
          <p:spPr>
            <a:xfrm rot="198000">
              <a:off x="302666" y="1973275"/>
              <a:ext cx="42977" cy="22860"/>
            </a:xfrm>
            <a:prstGeom prst="roundRect">
              <a:avLst/>
            </a:prstGeom>
            <a:solidFill>
              <a:srgbClr val="000000"/>
            </a:solidFill>
            <a:ln/>
          </p:spPr>
        </p:sp>
        <p:sp>
          <p:nvSpPr>
            <p:cNvPr id="92" name="Shape 4"/>
            <p:cNvSpPr/>
            <p:nvPr/>
          </p:nvSpPr>
          <p:spPr>
            <a:xfrm rot="348000">
              <a:off x="117043" y="1976933"/>
              <a:ext cx="48463" cy="26518"/>
            </a:xfrm>
            <a:prstGeom prst="roundRect">
              <a:avLst/>
            </a:prstGeom>
            <a:solidFill>
              <a:srgbClr val="000000"/>
            </a:solidFill>
            <a:ln/>
          </p:spPr>
        </p:sp>
        <p:pic>
          <p:nvPicPr>
            <p:cNvPr id="93" name="Image 86" descr="preencoded.png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177394" y="2011680"/>
              <a:ext cx="470002" cy="381305"/>
            </a:xfrm>
            <a:prstGeom prst="rect">
              <a:avLst/>
            </a:prstGeom>
          </p:spPr>
        </p:pic>
        <p:pic>
          <p:nvPicPr>
            <p:cNvPr id="94" name="Image 87" descr="preencoded.png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4053535" y="2022653"/>
              <a:ext cx="602590" cy="159106"/>
            </a:xfrm>
            <a:prstGeom prst="rect">
              <a:avLst/>
            </a:prstGeom>
          </p:spPr>
        </p:pic>
        <p:pic>
          <p:nvPicPr>
            <p:cNvPr id="95" name="Image 88" descr="preencoded.png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142646" y="2029054"/>
              <a:ext cx="43891" cy="43891"/>
            </a:xfrm>
            <a:prstGeom prst="rect">
              <a:avLst/>
            </a:prstGeom>
          </p:spPr>
        </p:pic>
        <p:pic>
          <p:nvPicPr>
            <p:cNvPr id="100" name="Image 93" descr="preencoded.png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151790" y="2671877"/>
              <a:ext cx="470002" cy="407822"/>
            </a:xfrm>
            <a:prstGeom prst="rect">
              <a:avLst/>
            </a:prstGeom>
          </p:spPr>
        </p:pic>
        <p:pic>
          <p:nvPicPr>
            <p:cNvPr id="101" name="Image 94" descr="preencoded.png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2449678" y="2716682"/>
              <a:ext cx="3411626" cy="2773375"/>
            </a:xfrm>
            <a:prstGeom prst="rect">
              <a:avLst/>
            </a:prstGeom>
          </p:spPr>
        </p:pic>
        <p:pic>
          <p:nvPicPr>
            <p:cNvPr id="102" name="Image 95" descr="preencoded.png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5019142" y="2845613"/>
              <a:ext cx="309982" cy="1054303"/>
            </a:xfrm>
            <a:prstGeom prst="rect">
              <a:avLst/>
            </a:prstGeom>
          </p:spPr>
        </p:pic>
        <p:pic>
          <p:nvPicPr>
            <p:cNvPr id="103" name="Image 96" descr="preencoded.png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65506" y="3369564"/>
              <a:ext cx="434340" cy="434340"/>
            </a:xfrm>
            <a:prstGeom prst="rect">
              <a:avLst/>
            </a:prstGeom>
          </p:spPr>
        </p:pic>
        <p:pic>
          <p:nvPicPr>
            <p:cNvPr id="104" name="Image 97" descr="preencoded.png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9810598" y="3530498"/>
              <a:ext cx="266090" cy="266090"/>
            </a:xfrm>
            <a:prstGeom prst="rect">
              <a:avLst/>
            </a:prstGeom>
          </p:spPr>
        </p:pic>
        <p:pic>
          <p:nvPicPr>
            <p:cNvPr id="106" name="Image 99" descr="preencoded.png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8839505" y="3571646"/>
              <a:ext cx="912571" cy="1045159"/>
            </a:xfrm>
            <a:prstGeom prst="rect">
              <a:avLst/>
            </a:prstGeom>
          </p:spPr>
        </p:pic>
        <p:pic>
          <p:nvPicPr>
            <p:cNvPr id="108" name="Image 101" descr="preencoded.png"/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9808769" y="3930091"/>
              <a:ext cx="274320" cy="274320"/>
            </a:xfrm>
            <a:prstGeom prst="rect">
              <a:avLst/>
            </a:prstGeom>
          </p:spPr>
        </p:pic>
        <p:pic>
          <p:nvPicPr>
            <p:cNvPr id="109" name="Image 102" descr="preencoded.png"/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150876" y="4239158"/>
              <a:ext cx="470002" cy="266090"/>
            </a:xfrm>
            <a:prstGeom prst="rect">
              <a:avLst/>
            </a:prstGeom>
          </p:spPr>
        </p:pic>
        <p:pic>
          <p:nvPicPr>
            <p:cNvPr id="110" name="Image 103" descr="preencoded.png"/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9900209" y="4351630"/>
              <a:ext cx="88697" cy="150876"/>
            </a:xfrm>
            <a:prstGeom prst="rect">
              <a:avLst/>
            </a:prstGeom>
          </p:spPr>
        </p:pic>
        <p:pic>
          <p:nvPicPr>
            <p:cNvPr id="111" name="Image 104" descr="preencoded.png"/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9782251" y="4463186"/>
              <a:ext cx="319126" cy="213055"/>
            </a:xfrm>
            <a:prstGeom prst="rect">
              <a:avLst/>
            </a:prstGeom>
          </p:spPr>
        </p:pic>
        <p:pic>
          <p:nvPicPr>
            <p:cNvPr id="119" name="Image 110" descr="preencoded.png"/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157277" y="4905756"/>
              <a:ext cx="460858" cy="434340"/>
            </a:xfrm>
            <a:prstGeom prst="rect">
              <a:avLst/>
            </a:prstGeom>
          </p:spPr>
        </p:pic>
        <p:sp>
          <p:nvSpPr>
            <p:cNvPr id="120" name="Shape 7"/>
            <p:cNvSpPr/>
            <p:nvPr/>
          </p:nvSpPr>
          <p:spPr>
            <a:xfrm rot="-10788000">
              <a:off x="314554" y="5119726"/>
              <a:ext cx="32004" cy="21946"/>
            </a:xfrm>
            <a:prstGeom prst="ellipse">
              <a:avLst/>
            </a:prstGeom>
            <a:solidFill>
              <a:srgbClr val="000000"/>
            </a:solidFill>
            <a:ln/>
          </p:spPr>
        </p:sp>
        <p:pic>
          <p:nvPicPr>
            <p:cNvPr id="121" name="Image 111" descr="preencoded.png"/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356616" y="5116982"/>
              <a:ext cx="71323" cy="26518"/>
            </a:xfrm>
            <a:prstGeom prst="rect">
              <a:avLst/>
            </a:prstGeom>
          </p:spPr>
        </p:pic>
        <p:pic>
          <p:nvPicPr>
            <p:cNvPr id="122" name="Image 112" descr="preencoded.png"/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470916" y="5117897"/>
              <a:ext cx="79553" cy="26518"/>
            </a:xfrm>
            <a:prstGeom prst="rect">
              <a:avLst/>
            </a:prstGeom>
          </p:spPr>
        </p:pic>
        <p:sp>
          <p:nvSpPr>
            <p:cNvPr id="123" name="Shape 8"/>
            <p:cNvSpPr/>
            <p:nvPr/>
          </p:nvSpPr>
          <p:spPr>
            <a:xfrm rot="-10356000">
              <a:off x="553212" y="5119726"/>
              <a:ext cx="31090" cy="23774"/>
            </a:xfrm>
            <a:prstGeom prst="ellipse">
              <a:avLst/>
            </a:prstGeom>
            <a:solidFill>
              <a:srgbClr val="000000"/>
            </a:solidFill>
            <a:ln/>
          </p:spPr>
        </p:sp>
        <p:sp>
          <p:nvSpPr>
            <p:cNvPr id="124" name="Shape 9"/>
            <p:cNvSpPr/>
            <p:nvPr/>
          </p:nvSpPr>
          <p:spPr>
            <a:xfrm rot="-10152000">
              <a:off x="591617" y="5118811"/>
              <a:ext cx="27432" cy="23774"/>
            </a:xfrm>
            <a:prstGeom prst="ellipse">
              <a:avLst/>
            </a:prstGeom>
            <a:solidFill>
              <a:srgbClr val="000000"/>
            </a:solidFill>
            <a:ln/>
          </p:spPr>
        </p:sp>
        <p:sp>
          <p:nvSpPr>
            <p:cNvPr id="125" name="Shape 10"/>
            <p:cNvSpPr/>
            <p:nvPr/>
          </p:nvSpPr>
          <p:spPr>
            <a:xfrm rot="-10800000">
              <a:off x="9027871" y="5519318"/>
              <a:ext cx="213055" cy="83210"/>
            </a:xfrm>
            <a:prstGeom prst="ellipse">
              <a:avLst/>
            </a:prstGeom>
            <a:solidFill>
              <a:srgbClr val="000000"/>
            </a:solidFill>
            <a:ln/>
          </p:spPr>
        </p:sp>
        <p:pic>
          <p:nvPicPr>
            <p:cNvPr id="126" name="Image 113" descr="preencoded.png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9026957" y="5583326"/>
              <a:ext cx="213055" cy="115214"/>
            </a:xfrm>
            <a:prstGeom prst="rect">
              <a:avLst/>
            </a:prstGeom>
          </p:spPr>
        </p:pic>
        <p:sp>
          <p:nvSpPr>
            <p:cNvPr id="127" name="Shape 11"/>
            <p:cNvSpPr/>
            <p:nvPr/>
          </p:nvSpPr>
          <p:spPr>
            <a:xfrm rot="-10788000">
              <a:off x="8905342" y="5650992"/>
              <a:ext cx="210312" cy="86868"/>
            </a:xfrm>
            <a:prstGeom prst="ellipse">
              <a:avLst/>
            </a:prstGeom>
            <a:solidFill>
              <a:srgbClr val="000000"/>
            </a:solidFill>
            <a:ln/>
          </p:spPr>
        </p:sp>
        <p:pic>
          <p:nvPicPr>
            <p:cNvPr id="128" name="Image 114" descr="preencoded.png"/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9124798" y="5682082"/>
              <a:ext cx="115214" cy="62179"/>
            </a:xfrm>
            <a:prstGeom prst="rect">
              <a:avLst/>
            </a:prstGeom>
          </p:spPr>
        </p:pic>
        <p:pic>
          <p:nvPicPr>
            <p:cNvPr id="129" name="Image 115" descr="preencoded.png"/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8883396" y="5698540"/>
              <a:ext cx="381305" cy="585216"/>
            </a:xfrm>
            <a:prstGeom prst="rect">
              <a:avLst/>
            </a:prstGeom>
          </p:spPr>
        </p:pic>
        <p:pic>
          <p:nvPicPr>
            <p:cNvPr id="130" name="Image 116" descr="preencoded.png"/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8871509" y="6477610"/>
              <a:ext cx="398678" cy="230429"/>
            </a:xfrm>
            <a:prstGeom prst="rect">
              <a:avLst/>
            </a:prstGeom>
          </p:spPr>
        </p:pic>
        <p:pic>
          <p:nvPicPr>
            <p:cNvPr id="132" name="Image 118" descr="preencoded.png"/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2757830" y="1169518"/>
              <a:ext cx="1267358" cy="1550822"/>
            </a:xfrm>
            <a:prstGeom prst="rect">
              <a:avLst/>
            </a:prstGeom>
          </p:spPr>
        </p:pic>
        <p:pic>
          <p:nvPicPr>
            <p:cNvPr id="133" name="Image 119" descr="preencoded.png"/>
            <p:cNvPicPr>
              <a:picLocks noChangeAspect="1"/>
            </p:cNvPicPr>
            <p:nvPr/>
          </p:nvPicPr>
          <p:blipFill>
            <a:blip r:embed="rId90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379690" y="812020"/>
              <a:ext cx="1448988" cy="315010"/>
            </a:xfrm>
            <a:prstGeom prst="rect">
              <a:avLst/>
            </a:prstGeom>
          </p:spPr>
        </p:pic>
        <p:pic>
          <p:nvPicPr>
            <p:cNvPr id="134" name="Image 120" descr="preencoded.png"/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226771" y="1202436"/>
              <a:ext cx="319126" cy="319126"/>
            </a:xfrm>
            <a:prstGeom prst="rect">
              <a:avLst/>
            </a:prstGeom>
          </p:spPr>
        </p:pic>
        <p:pic>
          <p:nvPicPr>
            <p:cNvPr id="135" name="Image 121" descr="preencoded.png"/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4678985" y="1381658"/>
              <a:ext cx="929945" cy="1435608"/>
            </a:xfrm>
            <a:prstGeom prst="rect">
              <a:avLst/>
            </a:prstGeom>
          </p:spPr>
        </p:pic>
        <p:pic>
          <p:nvPicPr>
            <p:cNvPr id="136" name="Image 122" descr="preencoded.png"/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9292133" y="1468526"/>
              <a:ext cx="442570" cy="842162"/>
            </a:xfrm>
            <a:prstGeom prst="rect">
              <a:avLst/>
            </a:prstGeom>
          </p:spPr>
        </p:pic>
        <p:pic>
          <p:nvPicPr>
            <p:cNvPr id="138" name="Image 124" descr="preencoded.png"/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202082" y="2034540"/>
              <a:ext cx="416052" cy="239573"/>
            </a:xfrm>
            <a:prstGeom prst="rect">
              <a:avLst/>
            </a:prstGeom>
          </p:spPr>
        </p:pic>
        <p:pic>
          <p:nvPicPr>
            <p:cNvPr id="140" name="Image 126" descr="preencoded.png"/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320954" y="2833726"/>
              <a:ext cx="132588" cy="213055"/>
            </a:xfrm>
            <a:prstGeom prst="rect">
              <a:avLst/>
            </a:prstGeom>
          </p:spPr>
        </p:pic>
        <p:sp>
          <p:nvSpPr>
            <p:cNvPr id="141" name="Shape 12"/>
            <p:cNvSpPr/>
            <p:nvPr/>
          </p:nvSpPr>
          <p:spPr>
            <a:xfrm>
              <a:off x="486461" y="3417113"/>
              <a:ext cx="66751" cy="66751"/>
            </a:xfrm>
            <a:prstGeom prst="ellipse">
              <a:avLst/>
            </a:prstGeom>
            <a:solidFill>
              <a:srgbClr val="E9F1F9"/>
            </a:solidFill>
            <a:ln/>
          </p:spPr>
        </p:sp>
        <p:pic>
          <p:nvPicPr>
            <p:cNvPr id="142" name="Image 127" descr="preencoded.png"/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278892" y="3507638"/>
              <a:ext cx="203911" cy="194767"/>
            </a:xfrm>
            <a:prstGeom prst="rect">
              <a:avLst/>
            </a:prstGeom>
          </p:spPr>
        </p:pic>
        <p:pic>
          <p:nvPicPr>
            <p:cNvPr id="143" name="Image 128" descr="preencoded.png"/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9832543" y="3553358"/>
              <a:ext cx="221285" cy="221285"/>
            </a:xfrm>
            <a:prstGeom prst="rect">
              <a:avLst/>
            </a:prstGeom>
          </p:spPr>
        </p:pic>
        <p:pic>
          <p:nvPicPr>
            <p:cNvPr id="145" name="Image 129" descr="preencoded.png"/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2486254" y="3678631"/>
              <a:ext cx="1666037" cy="1293876"/>
            </a:xfrm>
            <a:prstGeom prst="rect">
              <a:avLst/>
            </a:prstGeom>
          </p:spPr>
        </p:pic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797033C5-BA22-82F9-517D-740B83C78095}"/>
                </a:ext>
              </a:extLst>
            </p:cNvPr>
            <p:cNvGrpSpPr/>
            <p:nvPr/>
          </p:nvGrpSpPr>
          <p:grpSpPr>
            <a:xfrm>
              <a:off x="7345444" y="3781959"/>
              <a:ext cx="525780" cy="523037"/>
              <a:chOff x="7383780" y="3559759"/>
              <a:chExt cx="525780" cy="523037"/>
            </a:xfrm>
          </p:grpSpPr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id="{1006C838-DF00-6945-6DE7-2265269F93CF}"/>
                  </a:ext>
                </a:extLst>
              </p:cNvPr>
              <p:cNvGrpSpPr/>
              <p:nvPr/>
            </p:nvGrpSpPr>
            <p:grpSpPr>
              <a:xfrm>
                <a:off x="7383780" y="3559759"/>
                <a:ext cx="525780" cy="523037"/>
                <a:chOff x="7383780" y="3559759"/>
                <a:chExt cx="525780" cy="523037"/>
              </a:xfrm>
            </p:grpSpPr>
            <p:grpSp>
              <p:nvGrpSpPr>
                <p:cNvPr id="34" name="组合 33">
                  <a:extLst>
                    <a:ext uri="{FF2B5EF4-FFF2-40B4-BE49-F238E27FC236}">
                      <a16:creationId xmlns:a16="http://schemas.microsoft.com/office/drawing/2014/main" id="{CD8945DE-1CED-B9E0-A7DE-704048EB48E0}"/>
                    </a:ext>
                  </a:extLst>
                </p:cNvPr>
                <p:cNvGrpSpPr/>
                <p:nvPr/>
              </p:nvGrpSpPr>
              <p:grpSpPr>
                <a:xfrm>
                  <a:off x="7383780" y="3559759"/>
                  <a:ext cx="525780" cy="523037"/>
                  <a:chOff x="7383780" y="3559759"/>
                  <a:chExt cx="525780" cy="523037"/>
                </a:xfrm>
              </p:grpSpPr>
              <p:pic>
                <p:nvPicPr>
                  <p:cNvPr id="105" name="Image 98" descr="preencoded.png"/>
                  <p:cNvPicPr>
                    <a:picLocks noChangeAspect="1"/>
                  </p:cNvPicPr>
                  <p:nvPr/>
                </p:nvPicPr>
                <p:blipFill>
                  <a:blip r:embed="rId99"/>
                  <a:stretch>
                    <a:fillRect/>
                  </a:stretch>
                </p:blipFill>
                <p:spPr>
                  <a:xfrm>
                    <a:off x="7383780" y="3559759"/>
                    <a:ext cx="523037" cy="523037"/>
                  </a:xfrm>
                  <a:prstGeom prst="rect">
                    <a:avLst/>
                  </a:prstGeom>
                </p:spPr>
              </p:pic>
              <p:pic>
                <p:nvPicPr>
                  <p:cNvPr id="107" name="Image 100" descr="preencoded.png"/>
                  <p:cNvPicPr>
                    <a:picLocks noChangeAspect="1"/>
                  </p:cNvPicPr>
                  <p:nvPr/>
                </p:nvPicPr>
                <p:blipFill>
                  <a:blip r:embed="rId100"/>
                  <a:stretch>
                    <a:fillRect/>
                  </a:stretch>
                </p:blipFill>
                <p:spPr>
                  <a:xfrm>
                    <a:off x="7493508" y="3683203"/>
                    <a:ext cx="416052" cy="39867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44" name="Shape 13"/>
                <p:cNvSpPr/>
                <p:nvPr/>
              </p:nvSpPr>
              <p:spPr>
                <a:xfrm rot="-6000">
                  <a:off x="7733081" y="3578962"/>
                  <a:ext cx="150876" cy="150876"/>
                </a:xfrm>
                <a:prstGeom prst="roundRect">
                  <a:avLst/>
                </a:prstGeom>
                <a:solidFill>
                  <a:srgbClr val="FFE7DE"/>
                </a:solidFill>
                <a:ln/>
              </p:spPr>
            </p:sp>
          </p:grpSp>
          <p:sp>
            <p:nvSpPr>
              <p:cNvPr id="146" name="Shape 14"/>
              <p:cNvSpPr/>
              <p:nvPr/>
            </p:nvSpPr>
            <p:spPr>
              <a:xfrm rot="-6000">
                <a:off x="7403897" y="3906317"/>
                <a:ext cx="152705" cy="152705"/>
              </a:xfrm>
              <a:prstGeom prst="roundRect">
                <a:avLst/>
              </a:prstGeom>
              <a:solidFill>
                <a:srgbClr val="FFE7DE"/>
              </a:solidFill>
              <a:ln/>
            </p:spPr>
          </p:sp>
        </p:grpSp>
        <p:pic>
          <p:nvPicPr>
            <p:cNvPr id="147" name="Image 130" descr="preencoded.png"/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4538167" y="3923690"/>
              <a:ext cx="1284732" cy="1346911"/>
            </a:xfrm>
            <a:prstGeom prst="rect">
              <a:avLst/>
            </a:prstGeom>
          </p:spPr>
        </p:pic>
        <p:pic>
          <p:nvPicPr>
            <p:cNvPr id="148" name="Image 131" descr="preencoded.png"/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854135" y="3943807"/>
              <a:ext cx="247802" cy="247802"/>
            </a:xfrm>
            <a:prstGeom prst="rect">
              <a:avLst/>
            </a:prstGeom>
          </p:spPr>
        </p:pic>
        <p:pic>
          <p:nvPicPr>
            <p:cNvPr id="149" name="Image 132" descr="preencoded.png"/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9830714" y="3952037"/>
              <a:ext cx="230429" cy="230429"/>
            </a:xfrm>
            <a:prstGeom prst="rect">
              <a:avLst/>
            </a:prstGeom>
          </p:spPr>
        </p:pic>
        <p:pic>
          <p:nvPicPr>
            <p:cNvPr id="150" name="Image 133" descr="preencoded.png"/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9214409" y="3982212"/>
              <a:ext cx="266090" cy="168250"/>
            </a:xfrm>
            <a:prstGeom prst="rect">
              <a:avLst/>
            </a:prstGeom>
          </p:spPr>
        </p:pic>
        <p:pic>
          <p:nvPicPr>
            <p:cNvPr id="151" name="Image 134" descr="preencoded.png"/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7818120" y="3984955"/>
              <a:ext cx="53035" cy="62179"/>
            </a:xfrm>
            <a:prstGeom prst="rect">
              <a:avLst/>
            </a:prstGeom>
          </p:spPr>
        </p:pic>
        <p:sp>
          <p:nvSpPr>
            <p:cNvPr id="152" name="Shape 15"/>
            <p:cNvSpPr/>
            <p:nvPr/>
          </p:nvSpPr>
          <p:spPr>
            <a:xfrm rot="-5424000">
              <a:off x="9281160" y="4034333"/>
              <a:ext cx="128016" cy="65837"/>
            </a:xfrm>
            <a:prstGeom prst="ellipse">
              <a:avLst/>
            </a:prstGeom>
            <a:solidFill>
              <a:srgbClr val="FFE7DE"/>
            </a:solidFill>
            <a:ln/>
          </p:spPr>
        </p:sp>
        <p:pic>
          <p:nvPicPr>
            <p:cNvPr id="153" name="Image 135" descr="preencoded.png"/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7824521" y="4031590"/>
              <a:ext cx="26518" cy="17374"/>
            </a:xfrm>
            <a:prstGeom prst="rect">
              <a:avLst/>
            </a:prstGeom>
          </p:spPr>
        </p:pic>
        <p:pic>
          <p:nvPicPr>
            <p:cNvPr id="154" name="Image 136" descr="preencoded.png"/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82880" y="4270248"/>
              <a:ext cx="381305" cy="203911"/>
            </a:xfrm>
            <a:prstGeom prst="rect">
              <a:avLst/>
            </a:prstGeom>
          </p:spPr>
        </p:pic>
        <p:pic>
          <p:nvPicPr>
            <p:cNvPr id="155" name="Image 137" descr="preencoded.png"/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247681" y="4565599"/>
              <a:ext cx="53035" cy="62179"/>
            </a:xfrm>
            <a:prstGeom prst="rect">
              <a:avLst/>
            </a:prstGeom>
          </p:spPr>
        </p:pic>
        <p:sp>
          <p:nvSpPr>
            <p:cNvPr id="156" name="Shape 16"/>
            <p:cNvSpPr/>
            <p:nvPr/>
          </p:nvSpPr>
          <p:spPr>
            <a:xfrm rot="-5370000">
              <a:off x="10315346" y="4664354"/>
              <a:ext cx="55778" cy="39319"/>
            </a:xfrm>
            <a:prstGeom prst="ellipse">
              <a:avLst/>
            </a:prstGeom>
            <a:solidFill>
              <a:srgbClr val="FFE7DE"/>
            </a:solidFill>
            <a:ln/>
          </p:spPr>
        </p:sp>
        <p:pic>
          <p:nvPicPr>
            <p:cNvPr id="158" name="Image 138" descr="preencoded.png"/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9047988" y="6059729"/>
              <a:ext cx="53035" cy="132588"/>
            </a:xfrm>
            <a:prstGeom prst="rect">
              <a:avLst/>
            </a:prstGeom>
          </p:spPr>
        </p:pic>
        <p:sp>
          <p:nvSpPr>
            <p:cNvPr id="159" name="Shape 18"/>
            <p:cNvSpPr/>
            <p:nvPr/>
          </p:nvSpPr>
          <p:spPr>
            <a:xfrm>
              <a:off x="9047988" y="6206947"/>
              <a:ext cx="51206" cy="51206"/>
            </a:xfrm>
            <a:prstGeom prst="ellipse">
              <a:avLst/>
            </a:prstGeom>
            <a:solidFill>
              <a:srgbClr val="E9F1F9"/>
            </a:solidFill>
            <a:ln/>
          </p:spPr>
        </p:sp>
        <p:pic>
          <p:nvPicPr>
            <p:cNvPr id="160" name="Image 139" descr="preencoded.png"/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8898026" y="6505042"/>
              <a:ext cx="319126" cy="177394"/>
            </a:xfrm>
            <a:prstGeom prst="rect">
              <a:avLst/>
            </a:prstGeom>
          </p:spPr>
        </p:pic>
        <p:pic>
          <p:nvPicPr>
            <p:cNvPr id="165" name="Image 142" descr="preencoded.png"/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366674" y="1243584"/>
              <a:ext cx="106070" cy="185623"/>
            </a:xfrm>
            <a:prstGeom prst="rect">
              <a:avLst/>
            </a:prstGeom>
          </p:spPr>
        </p:pic>
        <p:sp>
          <p:nvSpPr>
            <p:cNvPr id="166" name="Shape 21"/>
            <p:cNvSpPr/>
            <p:nvPr/>
          </p:nvSpPr>
          <p:spPr>
            <a:xfrm rot="6000">
              <a:off x="10362895" y="1545336"/>
              <a:ext cx="96926" cy="21031"/>
            </a:xfrm>
            <a:prstGeom prst="roundRect">
              <a:avLst/>
            </a:prstGeom>
            <a:solidFill>
              <a:srgbClr val="F3E8CF"/>
            </a:solidFill>
            <a:ln/>
          </p:spPr>
        </p:sp>
        <p:pic>
          <p:nvPicPr>
            <p:cNvPr id="168" name="Image 144" descr="preencoded.png"/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9362542" y="1624889"/>
              <a:ext cx="309982" cy="451714"/>
            </a:xfrm>
            <a:prstGeom prst="rect">
              <a:avLst/>
            </a:prstGeom>
          </p:spPr>
        </p:pic>
        <p:pic>
          <p:nvPicPr>
            <p:cNvPr id="171" name="Image 146" descr="preencoded.png"/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2905963" y="1710842"/>
              <a:ext cx="965606" cy="929945"/>
            </a:xfrm>
            <a:prstGeom prst="rect">
              <a:avLst/>
            </a:prstGeom>
          </p:spPr>
        </p:pic>
        <p:sp>
          <p:nvSpPr>
            <p:cNvPr id="172" name="Shape 23"/>
            <p:cNvSpPr/>
            <p:nvPr/>
          </p:nvSpPr>
          <p:spPr>
            <a:xfrm>
              <a:off x="10235794" y="1789481"/>
              <a:ext cx="352958" cy="248717"/>
            </a:xfrm>
            <a:prstGeom prst="roundRect">
              <a:avLst/>
            </a:prstGeom>
            <a:solidFill>
              <a:srgbClr val="F3E8CF"/>
            </a:solidFill>
            <a:ln/>
          </p:spPr>
        </p:sp>
        <p:pic>
          <p:nvPicPr>
            <p:cNvPr id="173" name="Image 147" descr="preencoded.png"/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4856378" y="1954987"/>
              <a:ext cx="576072" cy="717804"/>
            </a:xfrm>
            <a:prstGeom prst="rect">
              <a:avLst/>
            </a:prstGeom>
          </p:spPr>
        </p:pic>
        <p:pic>
          <p:nvPicPr>
            <p:cNvPr id="174" name="Image 148" descr="preencoded.png"/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271577" y="2049170"/>
              <a:ext cx="283464" cy="62179"/>
            </a:xfrm>
            <a:prstGeom prst="rect">
              <a:avLst/>
            </a:prstGeom>
          </p:spPr>
        </p:pic>
        <p:pic>
          <p:nvPicPr>
            <p:cNvPr id="175" name="Image 149" descr="preencoded.png"/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250546" y="2112264"/>
              <a:ext cx="328270" cy="62179"/>
            </a:xfrm>
            <a:prstGeom prst="rect">
              <a:avLst/>
            </a:prstGeom>
          </p:spPr>
        </p:pic>
        <p:sp>
          <p:nvSpPr>
            <p:cNvPr id="176" name="Shape 24"/>
            <p:cNvSpPr/>
            <p:nvPr/>
          </p:nvSpPr>
          <p:spPr>
            <a:xfrm>
              <a:off x="9325966" y="2126894"/>
              <a:ext cx="374904" cy="150876"/>
            </a:xfrm>
            <a:prstGeom prst="roundRect">
              <a:avLst/>
            </a:prstGeom>
            <a:solidFill>
              <a:srgbClr val="000000"/>
            </a:solidFill>
            <a:ln/>
          </p:spPr>
        </p:sp>
        <p:pic>
          <p:nvPicPr>
            <p:cNvPr id="179" name="Image 151" descr="preencoded.png"/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228600" y="2182673"/>
              <a:ext cx="363017" cy="71323"/>
            </a:xfrm>
            <a:prstGeom prst="rect">
              <a:avLst/>
            </a:prstGeom>
          </p:spPr>
        </p:pic>
        <p:pic>
          <p:nvPicPr>
            <p:cNvPr id="181" name="Image 153" descr="preencoded.png"/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890150" y="3595421"/>
              <a:ext cx="106070" cy="106070"/>
            </a:xfrm>
            <a:prstGeom prst="rect">
              <a:avLst/>
            </a:prstGeom>
          </p:spPr>
        </p:pic>
        <p:sp>
          <p:nvSpPr>
            <p:cNvPr id="182" name="Shape 26"/>
            <p:cNvSpPr/>
            <p:nvPr/>
          </p:nvSpPr>
          <p:spPr>
            <a:xfrm rot="-30000">
              <a:off x="9888322" y="3713378"/>
              <a:ext cx="112471" cy="29261"/>
            </a:xfrm>
            <a:prstGeom prst="roundRect">
              <a:avLst/>
            </a:prstGeom>
            <a:solidFill>
              <a:srgbClr val="000000"/>
            </a:solidFill>
            <a:ln/>
          </p:spPr>
        </p:sp>
        <p:sp>
          <p:nvSpPr>
            <p:cNvPr id="183" name="Shape 27"/>
            <p:cNvSpPr/>
            <p:nvPr/>
          </p:nvSpPr>
          <p:spPr>
            <a:xfrm rot="-5472000">
              <a:off x="9929470" y="3980383"/>
              <a:ext cx="37490" cy="24689"/>
            </a:xfrm>
            <a:prstGeom prst="ellipse">
              <a:avLst/>
            </a:prstGeom>
            <a:solidFill>
              <a:srgbClr val="000000"/>
            </a:solidFill>
            <a:ln/>
          </p:spPr>
        </p:sp>
        <p:sp>
          <p:nvSpPr>
            <p:cNvPr id="185" name="Shape 28"/>
            <p:cNvSpPr/>
            <p:nvPr/>
          </p:nvSpPr>
          <p:spPr>
            <a:xfrm rot="-4290000">
              <a:off x="9892894" y="3984955"/>
              <a:ext cx="31090" cy="26518"/>
            </a:xfrm>
            <a:prstGeom prst="ellipse">
              <a:avLst/>
            </a:prstGeom>
            <a:solidFill>
              <a:srgbClr val="000000"/>
            </a:solidFill>
            <a:ln/>
          </p:spPr>
        </p:sp>
        <p:sp>
          <p:nvSpPr>
            <p:cNvPr id="186" name="Shape 29"/>
            <p:cNvSpPr/>
            <p:nvPr/>
          </p:nvSpPr>
          <p:spPr>
            <a:xfrm rot="-6732000">
              <a:off x="9977018" y="3991356"/>
              <a:ext cx="33833" cy="26518"/>
            </a:xfrm>
            <a:prstGeom prst="ellipse">
              <a:avLst/>
            </a:prstGeom>
            <a:solidFill>
              <a:srgbClr val="000000"/>
            </a:solidFill>
            <a:ln/>
          </p:spPr>
        </p:sp>
        <p:pic>
          <p:nvPicPr>
            <p:cNvPr id="187" name="Image 155" descr="preencoded.png"/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7832750" y="3998671"/>
              <a:ext cx="26518" cy="26518"/>
            </a:xfrm>
            <a:prstGeom prst="rect">
              <a:avLst/>
            </a:prstGeom>
          </p:spPr>
        </p:pic>
        <p:sp>
          <p:nvSpPr>
            <p:cNvPr id="188" name="Shape 30"/>
            <p:cNvSpPr/>
            <p:nvPr/>
          </p:nvSpPr>
          <p:spPr>
            <a:xfrm rot="-2490000">
              <a:off x="9863633" y="4014216"/>
              <a:ext cx="31090" cy="26518"/>
            </a:xfrm>
            <a:prstGeom prst="ellipse">
              <a:avLst/>
            </a:prstGeom>
            <a:solidFill>
              <a:srgbClr val="000000"/>
            </a:solidFill>
            <a:ln/>
          </p:spPr>
        </p:sp>
        <p:sp>
          <p:nvSpPr>
            <p:cNvPr id="189" name="Shape 31"/>
            <p:cNvSpPr/>
            <p:nvPr/>
          </p:nvSpPr>
          <p:spPr>
            <a:xfrm rot="-4428000">
              <a:off x="10000793" y="4021531"/>
              <a:ext cx="29261" cy="24689"/>
            </a:xfrm>
            <a:prstGeom prst="ellipse">
              <a:avLst/>
            </a:prstGeom>
            <a:solidFill>
              <a:srgbClr val="000000"/>
            </a:solidFill>
            <a:ln/>
          </p:spPr>
        </p:sp>
        <p:pic>
          <p:nvPicPr>
            <p:cNvPr id="190" name="Image 156" descr="preencoded.png"/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924898" y="4019702"/>
              <a:ext cx="35662" cy="88697"/>
            </a:xfrm>
            <a:prstGeom prst="rect">
              <a:avLst/>
            </a:prstGeom>
          </p:spPr>
        </p:pic>
        <p:pic>
          <p:nvPicPr>
            <p:cNvPr id="191" name="Image 157" descr="preencoded.png"/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 rot="823887">
              <a:off x="4801083" y="4210203"/>
              <a:ext cx="705866" cy="392277"/>
            </a:xfrm>
            <a:prstGeom prst="rect">
              <a:avLst/>
            </a:prstGeom>
          </p:spPr>
        </p:pic>
        <p:pic>
          <p:nvPicPr>
            <p:cNvPr id="192" name="Image 158" descr="preencoded.png"/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2585923" y="4099255"/>
              <a:ext cx="1479499" cy="753466"/>
            </a:xfrm>
            <a:prstGeom prst="rect">
              <a:avLst/>
            </a:prstGeom>
          </p:spPr>
        </p:pic>
        <p:sp>
          <p:nvSpPr>
            <p:cNvPr id="193" name="Shape 32"/>
            <p:cNvSpPr/>
            <p:nvPr/>
          </p:nvSpPr>
          <p:spPr>
            <a:xfrm rot="24000">
              <a:off x="9890150" y="4115714"/>
              <a:ext cx="108814" cy="31090"/>
            </a:xfrm>
            <a:prstGeom prst="roundRect">
              <a:avLst/>
            </a:prstGeom>
            <a:solidFill>
              <a:srgbClr val="000000"/>
            </a:solidFill>
            <a:ln/>
          </p:spPr>
        </p:sp>
        <p:sp>
          <p:nvSpPr>
            <p:cNvPr id="194" name="Shape 33"/>
            <p:cNvSpPr/>
            <p:nvPr/>
          </p:nvSpPr>
          <p:spPr>
            <a:xfrm rot="12000">
              <a:off x="202997" y="4291279"/>
              <a:ext cx="205740" cy="160020"/>
            </a:xfrm>
            <a:prstGeom prst="roundRect">
              <a:avLst/>
            </a:prstGeom>
            <a:solidFill>
              <a:srgbClr val="000000"/>
            </a:solidFill>
            <a:ln/>
          </p:spPr>
        </p:sp>
        <p:pic>
          <p:nvPicPr>
            <p:cNvPr id="195" name="Image 159" descr="preencoded.png"/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8984894" y="6535217"/>
              <a:ext cx="150876" cy="124358"/>
            </a:xfrm>
            <a:prstGeom prst="rect">
              <a:avLst/>
            </a:prstGeom>
          </p:spPr>
        </p:pic>
        <p:sp>
          <p:nvSpPr>
            <p:cNvPr id="196" name="Shape 34"/>
            <p:cNvSpPr/>
            <p:nvPr/>
          </p:nvSpPr>
          <p:spPr>
            <a:xfrm>
              <a:off x="9494215" y="1655064"/>
              <a:ext cx="38405" cy="38405"/>
            </a:xfrm>
            <a:prstGeom prst="ellipse">
              <a:avLst/>
            </a:prstGeom>
            <a:solidFill>
              <a:srgbClr val="FFE7DE"/>
            </a:solidFill>
            <a:ln/>
          </p:spPr>
        </p:sp>
        <p:sp>
          <p:nvSpPr>
            <p:cNvPr id="197" name="Shape 35"/>
            <p:cNvSpPr/>
            <p:nvPr/>
          </p:nvSpPr>
          <p:spPr>
            <a:xfrm>
              <a:off x="3318358" y="1734617"/>
              <a:ext cx="142646" cy="142646"/>
            </a:xfrm>
            <a:prstGeom prst="ellipse">
              <a:avLst/>
            </a:prstGeom>
            <a:solidFill>
              <a:srgbClr val="E9F1F9"/>
            </a:solidFill>
            <a:ln/>
          </p:spPr>
        </p:sp>
        <p:sp>
          <p:nvSpPr>
            <p:cNvPr id="198" name="Shape 36"/>
            <p:cNvSpPr/>
            <p:nvPr/>
          </p:nvSpPr>
          <p:spPr>
            <a:xfrm rot="-5526000">
              <a:off x="9597542" y="1740103"/>
              <a:ext cx="40234" cy="37490"/>
            </a:xfrm>
            <a:prstGeom prst="ellipse">
              <a:avLst/>
            </a:prstGeom>
            <a:solidFill>
              <a:srgbClr val="FFE7DE"/>
            </a:solidFill>
            <a:ln/>
          </p:spPr>
        </p:sp>
        <p:sp>
          <p:nvSpPr>
            <p:cNvPr id="199" name="Shape 37"/>
            <p:cNvSpPr/>
            <p:nvPr/>
          </p:nvSpPr>
          <p:spPr>
            <a:xfrm>
              <a:off x="9392717" y="1785823"/>
              <a:ext cx="40234" cy="40234"/>
            </a:xfrm>
            <a:prstGeom prst="ellipse">
              <a:avLst/>
            </a:prstGeom>
            <a:solidFill>
              <a:srgbClr val="F3E8CF"/>
            </a:solidFill>
            <a:ln/>
          </p:spPr>
        </p:sp>
        <p:pic>
          <p:nvPicPr>
            <p:cNvPr id="200" name="Image 160" descr="preencoded.png"/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3071470" y="1828800"/>
              <a:ext cx="239573" cy="159106"/>
            </a:xfrm>
            <a:prstGeom prst="rect">
              <a:avLst/>
            </a:prstGeom>
          </p:spPr>
        </p:pic>
        <p:pic>
          <p:nvPicPr>
            <p:cNvPr id="201" name="Image 161" descr="preencoded.png"/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3471977" y="1851660"/>
              <a:ext cx="239573" cy="203911"/>
            </a:xfrm>
            <a:prstGeom prst="rect">
              <a:avLst/>
            </a:prstGeom>
          </p:spPr>
        </p:pic>
        <p:pic>
          <p:nvPicPr>
            <p:cNvPr id="202" name="Image 162" descr="preencoded.png"/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3207715" y="1850746"/>
              <a:ext cx="372161" cy="203911"/>
            </a:xfrm>
            <a:prstGeom prst="rect">
              <a:avLst/>
            </a:prstGeom>
          </p:spPr>
        </p:pic>
        <p:sp>
          <p:nvSpPr>
            <p:cNvPr id="203" name="Shape 38"/>
            <p:cNvSpPr/>
            <p:nvPr/>
          </p:nvSpPr>
          <p:spPr>
            <a:xfrm rot="-5658000">
              <a:off x="2922422" y="1865376"/>
              <a:ext cx="144475" cy="141732"/>
            </a:xfrm>
            <a:prstGeom prst="ellipse">
              <a:avLst/>
            </a:prstGeom>
            <a:solidFill>
              <a:srgbClr val="E9F1F9"/>
            </a:solidFill>
            <a:ln/>
          </p:spPr>
        </p:sp>
        <p:pic>
          <p:nvPicPr>
            <p:cNvPr id="204" name="Image 163" descr="preencoded.png"/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3071470" y="1954073"/>
              <a:ext cx="115214" cy="115214"/>
            </a:xfrm>
            <a:prstGeom prst="rect">
              <a:avLst/>
            </a:prstGeom>
          </p:spPr>
        </p:pic>
        <p:sp>
          <p:nvSpPr>
            <p:cNvPr id="205" name="Shape 39"/>
            <p:cNvSpPr/>
            <p:nvPr/>
          </p:nvSpPr>
          <p:spPr>
            <a:xfrm rot="-3492000">
              <a:off x="3318358" y="1983334"/>
              <a:ext cx="143561" cy="141732"/>
            </a:xfrm>
            <a:prstGeom prst="ellipse">
              <a:avLst/>
            </a:prstGeom>
            <a:solidFill>
              <a:srgbClr val="E9F1F9"/>
            </a:solidFill>
            <a:ln/>
          </p:spPr>
        </p:sp>
        <p:sp>
          <p:nvSpPr>
            <p:cNvPr id="206" name="Shape 40"/>
            <p:cNvSpPr/>
            <p:nvPr/>
          </p:nvSpPr>
          <p:spPr>
            <a:xfrm>
              <a:off x="3714293" y="1981505"/>
              <a:ext cx="143561" cy="143561"/>
            </a:xfrm>
            <a:prstGeom prst="ellipse">
              <a:avLst/>
            </a:prstGeom>
            <a:solidFill>
              <a:srgbClr val="E9F1F9"/>
            </a:solidFill>
            <a:ln/>
          </p:spPr>
        </p:sp>
        <p:pic>
          <p:nvPicPr>
            <p:cNvPr id="207" name="Image 164" descr="preencoded.png"/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4884725" y="1982419"/>
              <a:ext cx="513893" cy="141732"/>
            </a:xfrm>
            <a:prstGeom prst="rect">
              <a:avLst/>
            </a:prstGeom>
          </p:spPr>
        </p:pic>
        <p:pic>
          <p:nvPicPr>
            <p:cNvPr id="208" name="Image 165" descr="preencoded.png"/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3151022" y="1998878"/>
              <a:ext cx="88697" cy="97841"/>
            </a:xfrm>
            <a:prstGeom prst="rect">
              <a:avLst/>
            </a:prstGeom>
          </p:spPr>
        </p:pic>
        <p:sp>
          <p:nvSpPr>
            <p:cNvPr id="209" name="Shape 41"/>
            <p:cNvSpPr/>
            <p:nvPr/>
          </p:nvSpPr>
          <p:spPr>
            <a:xfrm>
              <a:off x="9493301" y="2009851"/>
              <a:ext cx="40234" cy="40234"/>
            </a:xfrm>
            <a:prstGeom prst="ellipse">
              <a:avLst/>
            </a:prstGeom>
            <a:solidFill>
              <a:srgbClr val="F3E8CF"/>
            </a:solidFill>
            <a:ln/>
          </p:spPr>
        </p:sp>
        <p:pic>
          <p:nvPicPr>
            <p:cNvPr id="210" name="Image 166" descr="preencoded.png"/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3219602" y="2021738"/>
              <a:ext cx="88697" cy="71323"/>
            </a:xfrm>
            <a:prstGeom prst="rect">
              <a:avLst/>
            </a:prstGeom>
          </p:spPr>
        </p:pic>
        <p:pic>
          <p:nvPicPr>
            <p:cNvPr id="211" name="Image 167" descr="preencoded.png"/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3468319" y="2059229"/>
              <a:ext cx="239573" cy="115214"/>
            </a:xfrm>
            <a:prstGeom prst="rect">
              <a:avLst/>
            </a:prstGeom>
          </p:spPr>
        </p:pic>
        <p:pic>
          <p:nvPicPr>
            <p:cNvPr id="212" name="Image 168" descr="preencoded.png"/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3123590" y="2063801"/>
              <a:ext cx="53035" cy="62179"/>
            </a:xfrm>
            <a:prstGeom prst="rect">
              <a:avLst/>
            </a:prstGeom>
          </p:spPr>
        </p:pic>
        <p:pic>
          <p:nvPicPr>
            <p:cNvPr id="213" name="Image 169" descr="preencoded.png"/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3207715" y="2070202"/>
              <a:ext cx="381305" cy="203911"/>
            </a:xfrm>
            <a:prstGeom prst="rect">
              <a:avLst/>
            </a:prstGeom>
          </p:spPr>
        </p:pic>
        <p:pic>
          <p:nvPicPr>
            <p:cNvPr id="214" name="Image 170" descr="preencoded.png"/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4881982" y="2092147"/>
              <a:ext cx="523037" cy="203911"/>
            </a:xfrm>
            <a:prstGeom prst="rect">
              <a:avLst/>
            </a:prstGeom>
          </p:spPr>
        </p:pic>
        <p:pic>
          <p:nvPicPr>
            <p:cNvPr id="215" name="Image 171" descr="preencoded.png"/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3651199" y="2091233"/>
              <a:ext cx="62179" cy="71323"/>
            </a:xfrm>
            <a:prstGeom prst="rect">
              <a:avLst/>
            </a:prstGeom>
          </p:spPr>
        </p:pic>
        <p:pic>
          <p:nvPicPr>
            <p:cNvPr id="216" name="Image 172" descr="preencoded.png"/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3074213" y="2097634"/>
              <a:ext cx="62179" cy="53035"/>
            </a:xfrm>
            <a:prstGeom prst="rect">
              <a:avLst/>
            </a:prstGeom>
          </p:spPr>
        </p:pic>
        <p:sp>
          <p:nvSpPr>
            <p:cNvPr id="217" name="Shape 42"/>
            <p:cNvSpPr/>
            <p:nvPr/>
          </p:nvSpPr>
          <p:spPr>
            <a:xfrm>
              <a:off x="2924251" y="2115922"/>
              <a:ext cx="141732" cy="141732"/>
            </a:xfrm>
            <a:prstGeom prst="ellipse">
              <a:avLst/>
            </a:prstGeom>
            <a:solidFill>
              <a:srgbClr val="E9F1F9"/>
            </a:solidFill>
            <a:ln/>
          </p:spPr>
        </p:sp>
        <p:pic>
          <p:nvPicPr>
            <p:cNvPr id="218" name="Image 173" descr="preencoded.png"/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3074213" y="2116836"/>
              <a:ext cx="168250" cy="106070"/>
            </a:xfrm>
            <a:prstGeom prst="rect">
              <a:avLst/>
            </a:prstGeom>
          </p:spPr>
        </p:pic>
        <p:pic>
          <p:nvPicPr>
            <p:cNvPr id="219" name="Image 174" descr="preencoded.png"/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3469234" y="2146097"/>
              <a:ext cx="194767" cy="150876"/>
            </a:xfrm>
            <a:prstGeom prst="rect">
              <a:avLst/>
            </a:prstGeom>
          </p:spPr>
        </p:pic>
        <p:pic>
          <p:nvPicPr>
            <p:cNvPr id="220" name="Image 175" descr="preencoded.png"/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3205886" y="2188159"/>
              <a:ext cx="106070" cy="88697"/>
            </a:xfrm>
            <a:prstGeom prst="rect">
              <a:avLst/>
            </a:prstGeom>
          </p:spPr>
        </p:pic>
        <p:pic>
          <p:nvPicPr>
            <p:cNvPr id="221" name="Image 176" descr="preencoded.png"/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3651199" y="2190902"/>
              <a:ext cx="62179" cy="71323"/>
            </a:xfrm>
            <a:prstGeom prst="rect">
              <a:avLst/>
            </a:prstGeom>
          </p:spPr>
        </p:pic>
        <p:pic>
          <p:nvPicPr>
            <p:cNvPr id="222" name="Image 177" descr="preencoded.png"/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3154680" y="2194560"/>
              <a:ext cx="35662" cy="43891"/>
            </a:xfrm>
            <a:prstGeom prst="rect">
              <a:avLst/>
            </a:prstGeom>
          </p:spPr>
        </p:pic>
        <p:pic>
          <p:nvPicPr>
            <p:cNvPr id="223" name="Image 178" descr="preencoded.png"/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3074213" y="2201875"/>
              <a:ext cx="106070" cy="88697"/>
            </a:xfrm>
            <a:prstGeom prst="rect">
              <a:avLst/>
            </a:prstGeom>
          </p:spPr>
        </p:pic>
        <p:pic>
          <p:nvPicPr>
            <p:cNvPr id="224" name="Image 179" descr="preencoded.png"/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3607308" y="2229307"/>
              <a:ext cx="97841" cy="71323"/>
            </a:xfrm>
            <a:prstGeom prst="rect">
              <a:avLst/>
            </a:prstGeom>
          </p:spPr>
        </p:pic>
        <p:sp>
          <p:nvSpPr>
            <p:cNvPr id="225" name="Shape 43"/>
            <p:cNvSpPr/>
            <p:nvPr/>
          </p:nvSpPr>
          <p:spPr>
            <a:xfrm rot="-6822000">
              <a:off x="3318358" y="2232050"/>
              <a:ext cx="144475" cy="141732"/>
            </a:xfrm>
            <a:prstGeom prst="ellipse">
              <a:avLst/>
            </a:prstGeom>
            <a:solidFill>
              <a:srgbClr val="E9F1F9"/>
            </a:solidFill>
            <a:ln/>
          </p:spPr>
        </p:sp>
        <p:pic>
          <p:nvPicPr>
            <p:cNvPr id="227" name="Image 180" descr="preencoded.png"/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3151937" y="2250338"/>
              <a:ext cx="159106" cy="106070"/>
            </a:xfrm>
            <a:prstGeom prst="rect">
              <a:avLst/>
            </a:prstGeom>
          </p:spPr>
        </p:pic>
        <p:pic>
          <p:nvPicPr>
            <p:cNvPr id="228" name="Image 181" descr="preencoded.png"/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4881982" y="2267712"/>
              <a:ext cx="523037" cy="203911"/>
            </a:xfrm>
            <a:prstGeom prst="rect">
              <a:avLst/>
            </a:prstGeom>
          </p:spPr>
        </p:pic>
        <p:pic>
          <p:nvPicPr>
            <p:cNvPr id="229" name="Image 182" descr="preencoded.png"/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3076956" y="2285086"/>
              <a:ext cx="62179" cy="88697"/>
            </a:xfrm>
            <a:prstGeom prst="rect">
              <a:avLst/>
            </a:prstGeom>
          </p:spPr>
        </p:pic>
        <p:pic>
          <p:nvPicPr>
            <p:cNvPr id="230" name="Image 183" descr="preencoded.png"/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3073298" y="2303374"/>
              <a:ext cx="638251" cy="203911"/>
            </a:xfrm>
            <a:prstGeom prst="rect">
              <a:avLst/>
            </a:prstGeom>
          </p:spPr>
        </p:pic>
        <p:sp>
          <p:nvSpPr>
            <p:cNvPr id="231" name="Shape 45"/>
            <p:cNvSpPr/>
            <p:nvPr/>
          </p:nvSpPr>
          <p:spPr>
            <a:xfrm rot="-5742000">
              <a:off x="2922422" y="2368296"/>
              <a:ext cx="145390" cy="140818"/>
            </a:xfrm>
            <a:prstGeom prst="ellipse">
              <a:avLst/>
            </a:prstGeom>
            <a:solidFill>
              <a:srgbClr val="E9F1F9"/>
            </a:solidFill>
            <a:ln/>
          </p:spPr>
        </p:sp>
        <p:pic>
          <p:nvPicPr>
            <p:cNvPr id="232" name="Image 184" descr="preencoded.png"/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3072384" y="2371954"/>
              <a:ext cx="239573" cy="159106"/>
            </a:xfrm>
            <a:prstGeom prst="rect">
              <a:avLst/>
            </a:prstGeom>
          </p:spPr>
        </p:pic>
        <p:pic>
          <p:nvPicPr>
            <p:cNvPr id="233" name="Image 185" descr="preencoded.png"/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4882896" y="2443277"/>
              <a:ext cx="523037" cy="203911"/>
            </a:xfrm>
            <a:prstGeom prst="rect">
              <a:avLst/>
            </a:prstGeom>
          </p:spPr>
        </p:pic>
        <p:sp>
          <p:nvSpPr>
            <p:cNvPr id="234" name="Shape 46"/>
            <p:cNvSpPr/>
            <p:nvPr/>
          </p:nvSpPr>
          <p:spPr>
            <a:xfrm>
              <a:off x="3319272" y="2481682"/>
              <a:ext cx="141732" cy="141732"/>
            </a:xfrm>
            <a:prstGeom prst="ellipse">
              <a:avLst/>
            </a:prstGeom>
            <a:solidFill>
              <a:srgbClr val="E9F1F9"/>
            </a:solidFill>
            <a:ln/>
          </p:spPr>
        </p:sp>
        <p:sp>
          <p:nvSpPr>
            <p:cNvPr id="235" name="Shape 47"/>
            <p:cNvSpPr/>
            <p:nvPr/>
          </p:nvSpPr>
          <p:spPr>
            <a:xfrm>
              <a:off x="2886761" y="4113886"/>
              <a:ext cx="108814" cy="108814"/>
            </a:xfrm>
            <a:prstGeom prst="ellipse">
              <a:avLst/>
            </a:prstGeom>
            <a:solidFill>
              <a:srgbClr val="E9F1F9"/>
            </a:solidFill>
            <a:ln/>
          </p:spPr>
        </p:sp>
        <p:sp>
          <p:nvSpPr>
            <p:cNvPr id="236" name="Shape 48"/>
            <p:cNvSpPr/>
            <p:nvPr/>
          </p:nvSpPr>
          <p:spPr>
            <a:xfrm>
              <a:off x="3653942" y="4114800"/>
              <a:ext cx="107899" cy="107899"/>
            </a:xfrm>
            <a:prstGeom prst="ellipse">
              <a:avLst/>
            </a:prstGeom>
            <a:solidFill>
              <a:srgbClr val="E9F1F9"/>
            </a:solidFill>
            <a:ln/>
          </p:spPr>
        </p:sp>
        <p:pic>
          <p:nvPicPr>
            <p:cNvPr id="237" name="Image 186" descr="preencoded.png"/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2712110" y="4191610"/>
              <a:ext cx="168250" cy="132588"/>
            </a:xfrm>
            <a:prstGeom prst="rect">
              <a:avLst/>
            </a:prstGeom>
          </p:spPr>
        </p:pic>
        <p:pic>
          <p:nvPicPr>
            <p:cNvPr id="238" name="Image 187" descr="preencoded.png"/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3479292" y="4192524"/>
              <a:ext cx="168250" cy="132588"/>
            </a:xfrm>
            <a:prstGeom prst="rect">
              <a:avLst/>
            </a:prstGeom>
          </p:spPr>
        </p:pic>
        <p:pic>
          <p:nvPicPr>
            <p:cNvPr id="239" name="Image 188" descr="preencoded.png"/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2840126" y="4200754"/>
              <a:ext cx="328270" cy="168250"/>
            </a:xfrm>
            <a:prstGeom prst="rect">
              <a:avLst/>
            </a:prstGeom>
          </p:spPr>
        </p:pic>
        <p:pic>
          <p:nvPicPr>
            <p:cNvPr id="240" name="Image 189" descr="preencoded.png"/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3567989" y="4204411"/>
              <a:ext cx="363017" cy="168250"/>
            </a:xfrm>
            <a:prstGeom prst="rect">
              <a:avLst/>
            </a:prstGeom>
          </p:spPr>
        </p:pic>
        <p:pic>
          <p:nvPicPr>
            <p:cNvPr id="241" name="Image 190" descr="preencoded.png"/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2806294" y="4218127"/>
              <a:ext cx="79553" cy="115214"/>
            </a:xfrm>
            <a:prstGeom prst="rect">
              <a:avLst/>
            </a:prstGeom>
          </p:spPr>
        </p:pic>
        <p:sp>
          <p:nvSpPr>
            <p:cNvPr id="242" name="Shape 49"/>
            <p:cNvSpPr/>
            <p:nvPr/>
          </p:nvSpPr>
          <p:spPr>
            <a:xfrm rot="-5712000">
              <a:off x="2597810" y="4220870"/>
              <a:ext cx="111557" cy="106985"/>
            </a:xfrm>
            <a:prstGeom prst="ellipse">
              <a:avLst/>
            </a:prstGeom>
            <a:solidFill>
              <a:srgbClr val="E9F1F9"/>
            </a:solidFill>
            <a:ln/>
          </p:spPr>
        </p:sp>
        <p:sp>
          <p:nvSpPr>
            <p:cNvPr id="243" name="Shape 50"/>
            <p:cNvSpPr/>
            <p:nvPr/>
          </p:nvSpPr>
          <p:spPr>
            <a:xfrm rot="-5358000">
              <a:off x="3364078" y="4221785"/>
              <a:ext cx="111557" cy="106070"/>
            </a:xfrm>
            <a:prstGeom prst="ellipse">
              <a:avLst/>
            </a:prstGeom>
            <a:solidFill>
              <a:srgbClr val="E9F1F9"/>
            </a:solidFill>
            <a:ln/>
          </p:spPr>
        </p:sp>
        <p:pic>
          <p:nvPicPr>
            <p:cNvPr id="244" name="Image 191" descr="preencoded.png"/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2712110" y="4298594"/>
              <a:ext cx="79553" cy="71323"/>
            </a:xfrm>
            <a:prstGeom prst="rect">
              <a:avLst/>
            </a:prstGeom>
          </p:spPr>
        </p:pic>
        <p:pic>
          <p:nvPicPr>
            <p:cNvPr id="245" name="Image 192" descr="preencoded.png"/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3471977" y="4294937"/>
              <a:ext cx="79553" cy="97841"/>
            </a:xfrm>
            <a:prstGeom prst="rect">
              <a:avLst/>
            </a:prstGeom>
          </p:spPr>
        </p:pic>
        <p:sp>
          <p:nvSpPr>
            <p:cNvPr id="246" name="Shape 51"/>
            <p:cNvSpPr/>
            <p:nvPr/>
          </p:nvSpPr>
          <p:spPr>
            <a:xfrm>
              <a:off x="2885846" y="4317797"/>
              <a:ext cx="108814" cy="108814"/>
            </a:xfrm>
            <a:prstGeom prst="ellipse">
              <a:avLst/>
            </a:prstGeom>
            <a:solidFill>
              <a:srgbClr val="E9F1F9"/>
            </a:solidFill>
            <a:ln/>
          </p:spPr>
        </p:sp>
        <p:sp>
          <p:nvSpPr>
            <p:cNvPr id="247" name="Shape 52"/>
            <p:cNvSpPr/>
            <p:nvPr/>
          </p:nvSpPr>
          <p:spPr>
            <a:xfrm>
              <a:off x="3172054" y="4317797"/>
              <a:ext cx="108814" cy="108814"/>
            </a:xfrm>
            <a:prstGeom prst="ellipse">
              <a:avLst/>
            </a:prstGeom>
            <a:solidFill>
              <a:srgbClr val="E9F1F9"/>
            </a:solidFill>
            <a:ln/>
          </p:spPr>
        </p:sp>
        <p:sp>
          <p:nvSpPr>
            <p:cNvPr id="248" name="Shape 53"/>
            <p:cNvSpPr/>
            <p:nvPr/>
          </p:nvSpPr>
          <p:spPr>
            <a:xfrm>
              <a:off x="3654857" y="4318711"/>
              <a:ext cx="107899" cy="107899"/>
            </a:xfrm>
            <a:prstGeom prst="ellipse">
              <a:avLst/>
            </a:prstGeom>
            <a:solidFill>
              <a:srgbClr val="E9F1F9"/>
            </a:solidFill>
            <a:ln/>
          </p:spPr>
        </p:sp>
        <p:sp>
          <p:nvSpPr>
            <p:cNvPr id="249" name="Shape 54"/>
            <p:cNvSpPr/>
            <p:nvPr/>
          </p:nvSpPr>
          <p:spPr>
            <a:xfrm rot="-5178000">
              <a:off x="3940150" y="4318711"/>
              <a:ext cx="109728" cy="106070"/>
            </a:xfrm>
            <a:prstGeom prst="ellipse">
              <a:avLst/>
            </a:prstGeom>
            <a:solidFill>
              <a:srgbClr val="E9F1F9"/>
            </a:solidFill>
            <a:ln/>
          </p:spPr>
        </p:sp>
        <p:pic>
          <p:nvPicPr>
            <p:cNvPr id="250" name="Image 193" descr="preencoded.png"/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2709367" y="4324198"/>
              <a:ext cx="124358" cy="88697"/>
            </a:xfrm>
            <a:prstGeom prst="rect">
              <a:avLst/>
            </a:prstGeom>
          </p:spPr>
        </p:pic>
        <p:pic>
          <p:nvPicPr>
            <p:cNvPr id="251" name="Image 194" descr="preencoded.png"/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3533242" y="4333342"/>
              <a:ext cx="62179" cy="79553"/>
            </a:xfrm>
            <a:prstGeom prst="rect">
              <a:avLst/>
            </a:prstGeom>
          </p:spPr>
        </p:pic>
        <p:pic>
          <p:nvPicPr>
            <p:cNvPr id="252" name="Image 195" descr="preencoded.png"/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2810866" y="4350715"/>
              <a:ext cx="71323" cy="53035"/>
            </a:xfrm>
            <a:prstGeom prst="rect">
              <a:avLst/>
            </a:prstGeom>
          </p:spPr>
        </p:pic>
        <p:pic>
          <p:nvPicPr>
            <p:cNvPr id="253" name="Image 196" descr="preencoded.png"/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3583534" y="4350715"/>
              <a:ext cx="62179" cy="53035"/>
            </a:xfrm>
            <a:prstGeom prst="rect">
              <a:avLst/>
            </a:prstGeom>
          </p:spPr>
        </p:pic>
        <p:pic>
          <p:nvPicPr>
            <p:cNvPr id="254" name="Image 197" descr="preencoded.png"/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3862426" y="4373575"/>
              <a:ext cx="71323" cy="53035"/>
            </a:xfrm>
            <a:prstGeom prst="rect">
              <a:avLst/>
            </a:prstGeom>
          </p:spPr>
        </p:pic>
        <p:pic>
          <p:nvPicPr>
            <p:cNvPr id="255" name="Image 198" descr="preencoded.png"/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2999232" y="4374490"/>
              <a:ext cx="168250" cy="88697"/>
            </a:xfrm>
            <a:prstGeom prst="rect">
              <a:avLst/>
            </a:prstGeom>
          </p:spPr>
        </p:pic>
        <p:pic>
          <p:nvPicPr>
            <p:cNvPr id="256" name="Image 199" descr="preencoded.png"/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3766414" y="4376318"/>
              <a:ext cx="124358" cy="88697"/>
            </a:xfrm>
            <a:prstGeom prst="rect">
              <a:avLst/>
            </a:prstGeom>
          </p:spPr>
        </p:pic>
        <p:pic>
          <p:nvPicPr>
            <p:cNvPr id="257" name="Image 200" descr="preencoded.png"/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3512210" y="4387291"/>
              <a:ext cx="43891" cy="43891"/>
            </a:xfrm>
            <a:prstGeom prst="rect">
              <a:avLst/>
            </a:prstGeom>
          </p:spPr>
        </p:pic>
        <p:pic>
          <p:nvPicPr>
            <p:cNvPr id="258" name="Image 201" descr="preencoded.png"/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2752344" y="4388206"/>
              <a:ext cx="328270" cy="159106"/>
            </a:xfrm>
            <a:prstGeom prst="rect">
              <a:avLst/>
            </a:prstGeom>
          </p:spPr>
        </p:pic>
        <p:pic>
          <p:nvPicPr>
            <p:cNvPr id="259" name="Image 202" descr="preencoded.png"/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3601822" y="4390949"/>
              <a:ext cx="247802" cy="159106"/>
            </a:xfrm>
            <a:prstGeom prst="rect">
              <a:avLst/>
            </a:prstGeom>
          </p:spPr>
        </p:pic>
        <p:pic>
          <p:nvPicPr>
            <p:cNvPr id="260" name="Image 203" descr="preencoded.png"/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2728570" y="4396435"/>
              <a:ext cx="26518" cy="43891"/>
            </a:xfrm>
            <a:prstGeom prst="rect">
              <a:avLst/>
            </a:prstGeom>
          </p:spPr>
        </p:pic>
        <p:pic>
          <p:nvPicPr>
            <p:cNvPr id="261" name="Image 204" descr="preencoded.png"/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3574390" y="4395521"/>
              <a:ext cx="62179" cy="71323"/>
            </a:xfrm>
            <a:prstGeom prst="rect">
              <a:avLst/>
            </a:prstGeom>
          </p:spPr>
        </p:pic>
        <p:sp>
          <p:nvSpPr>
            <p:cNvPr id="262" name="Shape 55"/>
            <p:cNvSpPr/>
            <p:nvPr/>
          </p:nvSpPr>
          <p:spPr>
            <a:xfrm rot="-3450000">
              <a:off x="3564331" y="4408322"/>
              <a:ext cx="25603" cy="14630"/>
            </a:xfrm>
            <a:prstGeom prst="ellipse">
              <a:avLst/>
            </a:prstGeom>
            <a:solidFill>
              <a:srgbClr val="F3E8CF"/>
            </a:solidFill>
            <a:ln/>
          </p:spPr>
        </p:sp>
        <p:pic>
          <p:nvPicPr>
            <p:cNvPr id="263" name="Image 205" descr="preencoded.png"/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3129991" y="4404665"/>
              <a:ext cx="43891" cy="53035"/>
            </a:xfrm>
            <a:prstGeom prst="rect">
              <a:avLst/>
            </a:prstGeom>
          </p:spPr>
        </p:pic>
        <p:pic>
          <p:nvPicPr>
            <p:cNvPr id="264" name="Image 206" descr="preencoded.png"/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3481121" y="4412894"/>
              <a:ext cx="35662" cy="35662"/>
            </a:xfrm>
            <a:prstGeom prst="rect">
              <a:avLst/>
            </a:prstGeom>
          </p:spPr>
        </p:pic>
        <p:sp>
          <p:nvSpPr>
            <p:cNvPr id="265" name="Shape 56"/>
            <p:cNvSpPr/>
            <p:nvPr/>
          </p:nvSpPr>
          <p:spPr>
            <a:xfrm>
              <a:off x="2599639" y="4417466"/>
              <a:ext cx="106985" cy="106985"/>
            </a:xfrm>
            <a:prstGeom prst="ellipse">
              <a:avLst/>
            </a:prstGeom>
            <a:solidFill>
              <a:srgbClr val="E9F1F9"/>
            </a:solidFill>
            <a:ln/>
          </p:spPr>
        </p:sp>
        <p:sp>
          <p:nvSpPr>
            <p:cNvPr id="266" name="Shape 57"/>
            <p:cNvSpPr/>
            <p:nvPr/>
          </p:nvSpPr>
          <p:spPr>
            <a:xfrm>
              <a:off x="3366821" y="4417466"/>
              <a:ext cx="107899" cy="107899"/>
            </a:xfrm>
            <a:prstGeom prst="ellipse">
              <a:avLst/>
            </a:prstGeom>
            <a:solidFill>
              <a:srgbClr val="E9F1F9"/>
            </a:solidFill>
            <a:ln/>
          </p:spPr>
        </p:sp>
        <p:pic>
          <p:nvPicPr>
            <p:cNvPr id="267" name="Image 207" descr="preencoded.png"/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3529584" y="4431182"/>
              <a:ext cx="26518" cy="26518"/>
            </a:xfrm>
            <a:prstGeom prst="rect">
              <a:avLst/>
            </a:prstGeom>
          </p:spPr>
        </p:pic>
        <p:pic>
          <p:nvPicPr>
            <p:cNvPr id="268" name="Image 208" descr="preencoded.png"/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2718511" y="4434840"/>
              <a:ext cx="106070" cy="71323"/>
            </a:xfrm>
            <a:prstGeom prst="rect">
              <a:avLst/>
            </a:prstGeom>
          </p:spPr>
        </p:pic>
        <p:pic>
          <p:nvPicPr>
            <p:cNvPr id="269" name="Image 209" descr="preencoded.png"/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3542386" y="4439412"/>
              <a:ext cx="53035" cy="62179"/>
            </a:xfrm>
            <a:prstGeom prst="rect">
              <a:avLst/>
            </a:prstGeom>
          </p:spPr>
        </p:pic>
        <p:pic>
          <p:nvPicPr>
            <p:cNvPr id="270" name="Image 210" descr="preencoded.png"/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3097073" y="4446727"/>
              <a:ext cx="43891" cy="43891"/>
            </a:xfrm>
            <a:prstGeom prst="rect">
              <a:avLst/>
            </a:prstGeom>
          </p:spPr>
        </p:pic>
        <p:pic>
          <p:nvPicPr>
            <p:cNvPr id="271" name="Image 211" descr="preencoded.png"/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3482950" y="4441241"/>
              <a:ext cx="53035" cy="43891"/>
            </a:xfrm>
            <a:prstGeom prst="rect">
              <a:avLst/>
            </a:prstGeom>
          </p:spPr>
        </p:pic>
        <p:pic>
          <p:nvPicPr>
            <p:cNvPr id="272" name="Image 212" descr="preencoded.png"/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3861511" y="4444898"/>
              <a:ext cx="43891" cy="53035"/>
            </a:xfrm>
            <a:prstGeom prst="rect">
              <a:avLst/>
            </a:prstGeom>
          </p:spPr>
        </p:pic>
        <p:pic>
          <p:nvPicPr>
            <p:cNvPr id="273" name="Image 213" descr="preencoded.png"/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2707538" y="4474159"/>
              <a:ext cx="43891" cy="53035"/>
            </a:xfrm>
            <a:prstGeom prst="rect">
              <a:avLst/>
            </a:prstGeom>
          </p:spPr>
        </p:pic>
        <p:pic>
          <p:nvPicPr>
            <p:cNvPr id="274" name="Image 214" descr="preencoded.png"/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2800807" y="4475074"/>
              <a:ext cx="79553" cy="79553"/>
            </a:xfrm>
            <a:prstGeom prst="rect">
              <a:avLst/>
            </a:prstGeom>
          </p:spPr>
        </p:pic>
        <p:pic>
          <p:nvPicPr>
            <p:cNvPr id="275" name="Image 215" descr="preencoded.png"/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3004718" y="4476902"/>
              <a:ext cx="168250" cy="88697"/>
            </a:xfrm>
            <a:prstGeom prst="rect">
              <a:avLst/>
            </a:prstGeom>
          </p:spPr>
        </p:pic>
        <p:pic>
          <p:nvPicPr>
            <p:cNvPr id="276" name="Image 216" descr="preencoded.png"/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3769157" y="4478731"/>
              <a:ext cx="115214" cy="88697"/>
            </a:xfrm>
            <a:prstGeom prst="rect">
              <a:avLst/>
            </a:prstGeom>
          </p:spPr>
        </p:pic>
        <p:pic>
          <p:nvPicPr>
            <p:cNvPr id="277" name="Image 217" descr="preencoded.png"/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3476549" y="4480560"/>
              <a:ext cx="43891" cy="53035"/>
            </a:xfrm>
            <a:prstGeom prst="rect">
              <a:avLst/>
            </a:prstGeom>
          </p:spPr>
        </p:pic>
        <p:pic>
          <p:nvPicPr>
            <p:cNvPr id="278" name="Image 218" descr="preencoded.png"/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3567989" y="4486046"/>
              <a:ext cx="71323" cy="71323"/>
            </a:xfrm>
            <a:prstGeom prst="rect">
              <a:avLst/>
            </a:prstGeom>
          </p:spPr>
        </p:pic>
        <p:pic>
          <p:nvPicPr>
            <p:cNvPr id="279" name="Image 219" descr="preencoded.png"/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3897173" y="4485132"/>
              <a:ext cx="43891" cy="62179"/>
            </a:xfrm>
            <a:prstGeom prst="rect">
              <a:avLst/>
            </a:prstGeom>
          </p:spPr>
        </p:pic>
        <p:pic>
          <p:nvPicPr>
            <p:cNvPr id="280" name="Image 220" descr="preencoded.png"/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2742286" y="4486046"/>
              <a:ext cx="43891" cy="71323"/>
            </a:xfrm>
            <a:prstGeom prst="rect">
              <a:avLst/>
            </a:prstGeom>
          </p:spPr>
        </p:pic>
        <p:pic>
          <p:nvPicPr>
            <p:cNvPr id="281" name="Image 221" descr="preencoded.png"/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3514039" y="4484218"/>
              <a:ext cx="43891" cy="79553"/>
            </a:xfrm>
            <a:prstGeom prst="rect">
              <a:avLst/>
            </a:prstGeom>
          </p:spPr>
        </p:pic>
        <p:pic>
          <p:nvPicPr>
            <p:cNvPr id="282" name="Image 222" descr="preencoded.png"/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3100730" y="4512564"/>
              <a:ext cx="71323" cy="53035"/>
            </a:xfrm>
            <a:prstGeom prst="rect">
              <a:avLst/>
            </a:prstGeom>
          </p:spPr>
        </p:pic>
        <p:sp>
          <p:nvSpPr>
            <p:cNvPr id="283" name="Shape 58"/>
            <p:cNvSpPr/>
            <p:nvPr/>
          </p:nvSpPr>
          <p:spPr>
            <a:xfrm>
              <a:off x="3172968" y="4517136"/>
              <a:ext cx="107899" cy="107899"/>
            </a:xfrm>
            <a:prstGeom prst="ellipse">
              <a:avLst/>
            </a:prstGeom>
            <a:solidFill>
              <a:srgbClr val="E9F1F9"/>
            </a:solidFill>
            <a:ln/>
          </p:spPr>
        </p:sp>
        <p:pic>
          <p:nvPicPr>
            <p:cNvPr id="284" name="Image 223" descr="preencoded.png"/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3866083" y="4517136"/>
              <a:ext cx="71323" cy="53035"/>
            </a:xfrm>
            <a:prstGeom prst="rect">
              <a:avLst/>
            </a:prstGeom>
          </p:spPr>
        </p:pic>
        <p:sp>
          <p:nvSpPr>
            <p:cNvPr id="285" name="Shape 59"/>
            <p:cNvSpPr/>
            <p:nvPr/>
          </p:nvSpPr>
          <p:spPr>
            <a:xfrm rot="-5850000">
              <a:off x="3939235" y="4518965"/>
              <a:ext cx="110642" cy="106070"/>
            </a:xfrm>
            <a:prstGeom prst="ellipse">
              <a:avLst/>
            </a:prstGeom>
            <a:solidFill>
              <a:srgbClr val="E9F1F9"/>
            </a:solidFill>
            <a:ln/>
          </p:spPr>
        </p:sp>
        <p:sp>
          <p:nvSpPr>
            <p:cNvPr id="286" name="Shape 60"/>
            <p:cNvSpPr/>
            <p:nvPr/>
          </p:nvSpPr>
          <p:spPr>
            <a:xfrm>
              <a:off x="2885846" y="4518965"/>
              <a:ext cx="110642" cy="110642"/>
            </a:xfrm>
            <a:prstGeom prst="ellipse">
              <a:avLst/>
            </a:prstGeom>
            <a:solidFill>
              <a:srgbClr val="E9F1F9"/>
            </a:solidFill>
            <a:ln/>
          </p:spPr>
        </p:sp>
        <p:sp>
          <p:nvSpPr>
            <p:cNvPr id="287" name="Shape 61"/>
            <p:cNvSpPr/>
            <p:nvPr/>
          </p:nvSpPr>
          <p:spPr>
            <a:xfrm rot="-4818000">
              <a:off x="3653942" y="4522622"/>
              <a:ext cx="108814" cy="105156"/>
            </a:xfrm>
            <a:prstGeom prst="ellipse">
              <a:avLst/>
            </a:prstGeom>
            <a:solidFill>
              <a:srgbClr val="E9F1F9"/>
            </a:solidFill>
            <a:ln/>
          </p:spPr>
        </p:sp>
        <p:pic>
          <p:nvPicPr>
            <p:cNvPr id="288" name="Image 224" descr="preencoded.png"/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2799893" y="4525366"/>
              <a:ext cx="79553" cy="71323"/>
            </a:xfrm>
            <a:prstGeom prst="rect">
              <a:avLst/>
            </a:prstGeom>
          </p:spPr>
        </p:pic>
        <p:pic>
          <p:nvPicPr>
            <p:cNvPr id="289" name="Image 225" descr="preencoded.png"/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3562502" y="4525366"/>
              <a:ext cx="88697" cy="71323"/>
            </a:xfrm>
            <a:prstGeom prst="rect">
              <a:avLst/>
            </a:prstGeom>
          </p:spPr>
        </p:pic>
        <p:pic>
          <p:nvPicPr>
            <p:cNvPr id="290" name="Image 226" descr="preencoded.png"/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2699309" y="4534510"/>
              <a:ext cx="132588" cy="106070"/>
            </a:xfrm>
            <a:prstGeom prst="rect">
              <a:avLst/>
            </a:prstGeom>
          </p:spPr>
        </p:pic>
        <p:pic>
          <p:nvPicPr>
            <p:cNvPr id="291" name="Image 227" descr="preencoded.png"/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3478378" y="4540910"/>
              <a:ext cx="115214" cy="79553"/>
            </a:xfrm>
            <a:prstGeom prst="rect">
              <a:avLst/>
            </a:prstGeom>
          </p:spPr>
        </p:pic>
        <p:pic>
          <p:nvPicPr>
            <p:cNvPr id="292" name="Image 228" descr="preencoded.png"/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2837383" y="4572000"/>
              <a:ext cx="328270" cy="168250"/>
            </a:xfrm>
            <a:prstGeom prst="rect">
              <a:avLst/>
            </a:prstGeom>
          </p:spPr>
        </p:pic>
        <p:pic>
          <p:nvPicPr>
            <p:cNvPr id="293" name="Image 229" descr="preencoded.png"/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3605479" y="4572914"/>
              <a:ext cx="328270" cy="168250"/>
            </a:xfrm>
            <a:prstGeom prst="rect">
              <a:avLst/>
            </a:prstGeom>
          </p:spPr>
        </p:pic>
        <p:pic>
          <p:nvPicPr>
            <p:cNvPr id="294" name="Image 230" descr="preencoded.png"/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2717597" y="4575658"/>
              <a:ext cx="71323" cy="71323"/>
            </a:xfrm>
            <a:prstGeom prst="rect">
              <a:avLst/>
            </a:prstGeom>
          </p:spPr>
        </p:pic>
        <p:pic>
          <p:nvPicPr>
            <p:cNvPr id="295" name="Image 231" descr="preencoded.png"/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3479292" y="4579315"/>
              <a:ext cx="71323" cy="71323"/>
            </a:xfrm>
            <a:prstGeom prst="rect">
              <a:avLst/>
            </a:prstGeom>
          </p:spPr>
        </p:pic>
        <p:pic>
          <p:nvPicPr>
            <p:cNvPr id="296" name="Image 232" descr="preencoded.png"/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2801722" y="4604918"/>
              <a:ext cx="79553" cy="124358"/>
            </a:xfrm>
            <a:prstGeom prst="rect">
              <a:avLst/>
            </a:prstGeom>
          </p:spPr>
        </p:pic>
        <p:pic>
          <p:nvPicPr>
            <p:cNvPr id="297" name="Image 233" descr="preencoded.png"/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3567989" y="4607662"/>
              <a:ext cx="88697" cy="132588"/>
            </a:xfrm>
            <a:prstGeom prst="rect">
              <a:avLst/>
            </a:prstGeom>
          </p:spPr>
        </p:pic>
        <p:pic>
          <p:nvPicPr>
            <p:cNvPr id="298" name="Image 234" descr="preencoded.png"/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2599639" y="4613148"/>
              <a:ext cx="106070" cy="115214"/>
            </a:xfrm>
            <a:prstGeom prst="rect">
              <a:avLst/>
            </a:prstGeom>
          </p:spPr>
        </p:pic>
        <p:sp>
          <p:nvSpPr>
            <p:cNvPr id="299" name="Shape 62"/>
            <p:cNvSpPr/>
            <p:nvPr/>
          </p:nvSpPr>
          <p:spPr>
            <a:xfrm rot="-6084000">
              <a:off x="3364992" y="4615891"/>
              <a:ext cx="110642" cy="105156"/>
            </a:xfrm>
            <a:prstGeom prst="ellipse">
              <a:avLst/>
            </a:prstGeom>
            <a:solidFill>
              <a:srgbClr val="E9F1F9"/>
            </a:solidFill>
            <a:ln/>
          </p:spPr>
        </p:sp>
        <p:pic>
          <p:nvPicPr>
            <p:cNvPr id="300" name="Image 235" descr="preencoded.png"/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2713025" y="4622292"/>
              <a:ext cx="168250" cy="132588"/>
            </a:xfrm>
            <a:prstGeom prst="rect">
              <a:avLst/>
            </a:prstGeom>
          </p:spPr>
        </p:pic>
        <p:pic>
          <p:nvPicPr>
            <p:cNvPr id="301" name="Image 236" descr="preencoded.png"/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3480206" y="4625035"/>
              <a:ext cx="168250" cy="132588"/>
            </a:xfrm>
            <a:prstGeom prst="rect">
              <a:avLst/>
            </a:prstGeom>
          </p:spPr>
        </p:pic>
        <p:sp>
          <p:nvSpPr>
            <p:cNvPr id="302" name="Shape 63"/>
            <p:cNvSpPr/>
            <p:nvPr/>
          </p:nvSpPr>
          <p:spPr>
            <a:xfrm>
              <a:off x="2885846" y="4724705"/>
              <a:ext cx="108814" cy="108814"/>
            </a:xfrm>
            <a:prstGeom prst="ellipse">
              <a:avLst/>
            </a:prstGeom>
            <a:solidFill>
              <a:srgbClr val="E9F1F9"/>
            </a:solidFill>
            <a:ln/>
          </p:spPr>
        </p:sp>
        <p:sp>
          <p:nvSpPr>
            <p:cNvPr id="303" name="Shape 64"/>
            <p:cNvSpPr/>
            <p:nvPr/>
          </p:nvSpPr>
          <p:spPr>
            <a:xfrm>
              <a:off x="3654857" y="4724705"/>
              <a:ext cx="108814" cy="108814"/>
            </a:xfrm>
            <a:prstGeom prst="ellipse">
              <a:avLst/>
            </a:prstGeom>
            <a:solidFill>
              <a:srgbClr val="E9F1F9"/>
            </a:solidFill>
            <a:ln/>
          </p:spPr>
        </p:sp>
        <p:sp>
          <p:nvSpPr>
            <p:cNvPr id="304" name="Shape 65"/>
            <p:cNvSpPr/>
            <p:nvPr/>
          </p:nvSpPr>
          <p:spPr>
            <a:xfrm>
              <a:off x="5312664" y="2174443"/>
              <a:ext cx="48463" cy="48463"/>
            </a:xfrm>
            <a:prstGeom prst="ellipse">
              <a:avLst/>
            </a:prstGeom>
            <a:solidFill>
              <a:srgbClr val="092752"/>
            </a:solidFill>
            <a:ln/>
          </p:spPr>
        </p:sp>
        <p:sp>
          <p:nvSpPr>
            <p:cNvPr id="305" name="Shape 66"/>
            <p:cNvSpPr/>
            <p:nvPr/>
          </p:nvSpPr>
          <p:spPr>
            <a:xfrm rot="-2910000">
              <a:off x="5311750" y="2349094"/>
              <a:ext cx="51206" cy="47549"/>
            </a:xfrm>
            <a:prstGeom prst="ellipse">
              <a:avLst/>
            </a:prstGeom>
            <a:solidFill>
              <a:srgbClr val="092752"/>
            </a:solidFill>
            <a:ln/>
          </p:spPr>
        </p:sp>
        <p:sp>
          <p:nvSpPr>
            <p:cNvPr id="306" name="Shape 67"/>
            <p:cNvSpPr/>
            <p:nvPr/>
          </p:nvSpPr>
          <p:spPr>
            <a:xfrm>
              <a:off x="5311750" y="2522830"/>
              <a:ext cx="50292" cy="50292"/>
            </a:xfrm>
            <a:prstGeom prst="ellipse">
              <a:avLst/>
            </a:prstGeom>
            <a:solidFill>
              <a:srgbClr val="092752"/>
            </a:solidFill>
            <a:ln/>
          </p:spPr>
        </p:sp>
        <p:sp>
          <p:nvSpPr>
            <p:cNvPr id="307" name="Text 68"/>
            <p:cNvSpPr/>
            <p:nvPr/>
          </p:nvSpPr>
          <p:spPr>
            <a:xfrm>
              <a:off x="1828800" y="41148"/>
              <a:ext cx="7878470" cy="3282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2227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SAC-based Network-Constrained Battery Scheduling Workflow</a:t>
              </a:r>
              <a:endParaRPr lang="en-US" sz="2227" dirty="0"/>
            </a:p>
          </p:txBody>
        </p:sp>
        <p:sp>
          <p:nvSpPr>
            <p:cNvPr id="308" name="Text 69"/>
            <p:cNvSpPr/>
            <p:nvPr/>
          </p:nvSpPr>
          <p:spPr>
            <a:xfrm>
              <a:off x="360274" y="673913"/>
              <a:ext cx="1136599" cy="2450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647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Observation</a:t>
              </a:r>
              <a:endParaRPr lang="en-US" sz="1647" dirty="0"/>
            </a:p>
          </p:txBody>
        </p:sp>
        <p:sp>
          <p:nvSpPr>
            <p:cNvPr id="309" name="Text 70"/>
            <p:cNvSpPr/>
            <p:nvPr/>
          </p:nvSpPr>
          <p:spPr>
            <a:xfrm>
              <a:off x="3610051" y="690372"/>
              <a:ext cx="1134770" cy="2660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6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SAC Agent</a:t>
              </a:r>
              <a:endParaRPr lang="en-US" sz="1600" dirty="0"/>
            </a:p>
          </p:txBody>
        </p:sp>
        <p:sp>
          <p:nvSpPr>
            <p:cNvPr id="310" name="Text 71"/>
            <p:cNvSpPr/>
            <p:nvPr/>
          </p:nvSpPr>
          <p:spPr>
            <a:xfrm>
              <a:off x="7120306" y="712579"/>
              <a:ext cx="1056132" cy="2569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endParaRPr lang="en-US" sz="1600" dirty="0"/>
            </a:p>
          </p:txBody>
        </p:sp>
        <p:sp>
          <p:nvSpPr>
            <p:cNvPr id="311" name="Text 72"/>
            <p:cNvSpPr/>
            <p:nvPr/>
          </p:nvSpPr>
          <p:spPr>
            <a:xfrm>
              <a:off x="9098280" y="703174"/>
              <a:ext cx="652882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6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Battery</a:t>
              </a:r>
              <a:endParaRPr lang="en-US" sz="1600" dirty="0"/>
            </a:p>
          </p:txBody>
        </p:sp>
        <p:sp>
          <p:nvSpPr>
            <p:cNvPr id="312" name="Text 73"/>
            <p:cNvSpPr/>
            <p:nvPr/>
          </p:nvSpPr>
          <p:spPr>
            <a:xfrm>
              <a:off x="10901020" y="807415"/>
              <a:ext cx="275234" cy="1956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endParaRPr lang="en-US" sz="1200" dirty="0"/>
            </a:p>
          </p:txBody>
        </p:sp>
        <p:sp>
          <p:nvSpPr>
            <p:cNvPr id="313" name="Text 74"/>
            <p:cNvSpPr/>
            <p:nvPr/>
          </p:nvSpPr>
          <p:spPr>
            <a:xfrm>
              <a:off x="7191300" y="820216"/>
              <a:ext cx="89885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596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Execution</a:t>
              </a:r>
              <a:endParaRPr lang="en-US" sz="1596" dirty="0"/>
            </a:p>
          </p:txBody>
        </p:sp>
        <p:sp>
          <p:nvSpPr>
            <p:cNvPr id="314" name="Text 75"/>
            <p:cNvSpPr/>
            <p:nvPr/>
          </p:nvSpPr>
          <p:spPr>
            <a:xfrm>
              <a:off x="8960206" y="957377"/>
              <a:ext cx="844906" cy="2258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512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Transition</a:t>
              </a:r>
              <a:endParaRPr lang="en-US" sz="1512" dirty="0"/>
            </a:p>
          </p:txBody>
        </p:sp>
        <p:sp>
          <p:nvSpPr>
            <p:cNvPr id="315" name="Text 76"/>
            <p:cNvSpPr/>
            <p:nvPr/>
          </p:nvSpPr>
          <p:spPr>
            <a:xfrm>
              <a:off x="10474666" y="859993"/>
              <a:ext cx="1023213" cy="194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6000"/>
                </a:lnSpc>
              </a:pPr>
              <a:r>
                <a:rPr lang="en-US" altLang="zh-CN" sz="12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Full</a:t>
              </a:r>
              <a:endParaRPr lang="en-US" sz="1200" dirty="0"/>
            </a:p>
          </p:txBody>
        </p:sp>
        <p:sp>
          <p:nvSpPr>
            <p:cNvPr id="316" name="Text 77"/>
            <p:cNvSpPr/>
            <p:nvPr/>
          </p:nvSpPr>
          <p:spPr>
            <a:xfrm>
              <a:off x="713232" y="1139342"/>
              <a:ext cx="1016813" cy="19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307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Time features</a:t>
              </a:r>
              <a:endParaRPr lang="en-US" sz="1307" dirty="0"/>
            </a:p>
          </p:txBody>
        </p:sp>
        <p:sp>
          <p:nvSpPr>
            <p:cNvPr id="317" name="Text 78"/>
            <p:cNvSpPr/>
            <p:nvPr/>
          </p:nvSpPr>
          <p:spPr>
            <a:xfrm>
              <a:off x="3138221" y="1251814"/>
              <a:ext cx="576072" cy="1773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Actor</a:t>
              </a:r>
              <a:endParaRPr lang="en-US" sz="1400" dirty="0"/>
            </a:p>
          </p:txBody>
        </p:sp>
        <p:sp>
          <p:nvSpPr>
            <p:cNvPr id="318" name="Text 79"/>
            <p:cNvSpPr/>
            <p:nvPr/>
          </p:nvSpPr>
          <p:spPr>
            <a:xfrm>
              <a:off x="720547" y="1379830"/>
              <a:ext cx="831190" cy="1755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16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(t, t + 1, ·· · )</a:t>
              </a:r>
              <a:endParaRPr lang="en-US" sz="1160" dirty="0"/>
            </a:p>
          </p:txBody>
        </p:sp>
        <p:sp>
          <p:nvSpPr>
            <p:cNvPr id="319" name="Text 80"/>
            <p:cNvSpPr/>
            <p:nvPr/>
          </p:nvSpPr>
          <p:spPr>
            <a:xfrm>
              <a:off x="3065983" y="1450695"/>
              <a:ext cx="736092" cy="180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Network</a:t>
              </a:r>
              <a:endParaRPr lang="en-US" sz="1400" dirty="0"/>
            </a:p>
          </p:txBody>
        </p:sp>
        <p:sp>
          <p:nvSpPr>
            <p:cNvPr id="320" name="Text 81"/>
            <p:cNvSpPr/>
            <p:nvPr/>
          </p:nvSpPr>
          <p:spPr>
            <a:xfrm>
              <a:off x="4833518" y="1462126"/>
              <a:ext cx="558698" cy="2084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Replay</a:t>
              </a:r>
              <a:endParaRPr lang="en-US" sz="1400" dirty="0"/>
            </a:p>
          </p:txBody>
        </p:sp>
        <p:sp>
          <p:nvSpPr>
            <p:cNvPr id="323" name="Text 84"/>
            <p:cNvSpPr/>
            <p:nvPr/>
          </p:nvSpPr>
          <p:spPr>
            <a:xfrm>
              <a:off x="4860035" y="1660550"/>
              <a:ext cx="544983" cy="199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Buffer</a:t>
              </a:r>
              <a:endParaRPr lang="en-US" sz="1400" dirty="0"/>
            </a:p>
          </p:txBody>
        </p:sp>
        <p:sp>
          <p:nvSpPr>
            <p:cNvPr id="324" name="Text 85"/>
            <p:cNvSpPr/>
            <p:nvPr/>
          </p:nvSpPr>
          <p:spPr>
            <a:xfrm>
              <a:off x="703174" y="1816913"/>
              <a:ext cx="918058" cy="1975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PV forecast/</a:t>
              </a:r>
              <a:endParaRPr lang="en-US" sz="1200" dirty="0"/>
            </a:p>
          </p:txBody>
        </p:sp>
        <p:sp>
          <p:nvSpPr>
            <p:cNvPr id="325" name="Text 86"/>
            <p:cNvSpPr/>
            <p:nvPr/>
          </p:nvSpPr>
          <p:spPr>
            <a:xfrm>
              <a:off x="7261251" y="1811426"/>
              <a:ext cx="764438" cy="1901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SOC limits</a:t>
              </a:r>
              <a:endParaRPr lang="en-US" sz="1200" dirty="0"/>
            </a:p>
          </p:txBody>
        </p:sp>
        <p:sp>
          <p:nvSpPr>
            <p:cNvPr id="326" name="Text 87"/>
            <p:cNvSpPr/>
            <p:nvPr/>
          </p:nvSpPr>
          <p:spPr>
            <a:xfrm>
              <a:off x="704088" y="2029054"/>
              <a:ext cx="938174" cy="1792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PV realization</a:t>
              </a:r>
              <a:endParaRPr lang="en-US" sz="1200" dirty="0"/>
            </a:p>
          </p:txBody>
        </p:sp>
        <p:sp>
          <p:nvSpPr>
            <p:cNvPr id="329" name="Text 90"/>
            <p:cNvSpPr/>
            <p:nvPr/>
          </p:nvSpPr>
          <p:spPr>
            <a:xfrm>
              <a:off x="699516" y="2267712"/>
              <a:ext cx="821131" cy="2084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392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(P</a:t>
              </a:r>
              <a:r>
                <a:rPr lang="en-US" sz="1392" baseline="-250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pv</a:t>
              </a:r>
              <a:r>
                <a:rPr lang="en-US" sz="1392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P</a:t>
              </a:r>
              <a:r>
                <a:rPr lang="en-US" sz="1392" baseline="-250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pv</a:t>
              </a:r>
              <a:r>
                <a:rPr lang="en-US" sz="1392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392" dirty="0"/>
            </a:p>
          </p:txBody>
        </p:sp>
        <p:sp>
          <p:nvSpPr>
            <p:cNvPr id="330" name="Text 91"/>
            <p:cNvSpPr/>
            <p:nvPr/>
          </p:nvSpPr>
          <p:spPr>
            <a:xfrm>
              <a:off x="694030" y="2813609"/>
              <a:ext cx="1024128" cy="1984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Load (P</a:t>
              </a:r>
              <a:r>
                <a:rPr lang="en-US" sz="1200" baseline="-250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Load</a:t>
              </a:r>
              <a:r>
                <a:rPr lang="en-US" sz="12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200" dirty="0"/>
            </a:p>
          </p:txBody>
        </p:sp>
        <p:sp>
          <p:nvSpPr>
            <p:cNvPr id="332" name="Text 93"/>
            <p:cNvSpPr/>
            <p:nvPr/>
          </p:nvSpPr>
          <p:spPr>
            <a:xfrm>
              <a:off x="9379001" y="2936138"/>
              <a:ext cx="1954073" cy="2203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Pandapower AC Power</a:t>
              </a:r>
              <a:endParaRPr lang="en-US" sz="1400" dirty="0"/>
            </a:p>
          </p:txBody>
        </p: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7E5FB176-CB21-0236-64D8-0B9F38376F8C}"/>
                </a:ext>
              </a:extLst>
            </p:cNvPr>
            <p:cNvGrpSpPr/>
            <p:nvPr/>
          </p:nvGrpSpPr>
          <p:grpSpPr>
            <a:xfrm>
              <a:off x="7261254" y="2124151"/>
              <a:ext cx="950333" cy="810615"/>
              <a:chOff x="7256679" y="2484425"/>
              <a:chExt cx="1032392" cy="810615"/>
            </a:xfrm>
          </p:grpSpPr>
          <p:pic>
            <p:nvPicPr>
              <p:cNvPr id="97" name="Image 90" descr="preencoded.png"/>
              <p:cNvPicPr>
                <a:picLocks noChangeAspect="1"/>
              </p:cNvPicPr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7418527" y="2484425"/>
                <a:ext cx="451714" cy="159106"/>
              </a:xfrm>
              <a:prstGeom prst="rect">
                <a:avLst/>
              </a:prstGeom>
            </p:spPr>
          </p:pic>
          <p:pic>
            <p:nvPicPr>
              <p:cNvPr id="98" name="Image 91" descr="preencoded.png"/>
              <p:cNvPicPr>
                <a:picLocks noChangeAspect="1"/>
              </p:cNvPicPr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7605979" y="2560320"/>
                <a:ext cx="363017" cy="266090"/>
              </a:xfrm>
              <a:prstGeom prst="rect">
                <a:avLst/>
              </a:prstGeom>
            </p:spPr>
          </p:pic>
          <p:pic>
            <p:nvPicPr>
              <p:cNvPr id="99" name="Image 92" descr="preencoded.png"/>
              <p:cNvPicPr>
                <a:picLocks noChangeAspect="1"/>
              </p:cNvPicPr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7315200" y="2594153"/>
                <a:ext cx="150876" cy="221285"/>
              </a:xfrm>
              <a:prstGeom prst="rect">
                <a:avLst/>
              </a:prstGeom>
            </p:spPr>
          </p:pic>
          <p:sp>
            <p:nvSpPr>
              <p:cNvPr id="331" name="Text 92"/>
              <p:cNvSpPr/>
              <p:nvPr/>
            </p:nvSpPr>
            <p:spPr>
              <a:xfrm>
                <a:off x="7256679" y="2913584"/>
                <a:ext cx="994209" cy="1920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ct val="116000"/>
                  </a:lnSpc>
                  <a:buNone/>
                </a:pPr>
                <a:r>
                  <a:rPr lang="en-US" sz="120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Power limits</a:t>
                </a:r>
                <a:endParaRPr lang="en-US" sz="1200" dirty="0"/>
              </a:p>
            </p:txBody>
          </p:sp>
          <p:sp>
            <p:nvSpPr>
              <p:cNvPr id="333" name="Text 94"/>
              <p:cNvSpPr/>
              <p:nvPr/>
            </p:nvSpPr>
            <p:spPr>
              <a:xfrm>
                <a:off x="7275916" y="3090214"/>
                <a:ext cx="1013155" cy="2048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ct val="116000"/>
                  </a:lnSpc>
                  <a:buNone/>
                </a:pPr>
                <a:r>
                  <a:rPr lang="en-US" sz="110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(P</a:t>
                </a:r>
                <a:r>
                  <a:rPr lang="en-US" sz="1100" baseline="-2500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min</a:t>
                </a:r>
                <a:r>
                  <a:rPr lang="en-US" sz="110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/P</a:t>
                </a:r>
                <a:r>
                  <a:rPr lang="en-US" sz="1100" baseline="-2500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max</a:t>
                </a:r>
                <a:r>
                  <a:rPr lang="en-US" sz="110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</a:t>
                </a:r>
                <a:endParaRPr lang="en-US" sz="1100" dirty="0"/>
              </a:p>
            </p:txBody>
          </p:sp>
        </p:grpSp>
        <p:sp>
          <p:nvSpPr>
            <p:cNvPr id="334" name="Text 95"/>
            <p:cNvSpPr/>
            <p:nvPr/>
          </p:nvSpPr>
          <p:spPr>
            <a:xfrm>
              <a:off x="6125818" y="3247822"/>
              <a:ext cx="527609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battery</a:t>
              </a:r>
              <a:endParaRPr lang="en-US" sz="1200" dirty="0"/>
            </a:p>
          </p:txBody>
        </p:sp>
        <p:sp>
          <p:nvSpPr>
            <p:cNvPr id="335" name="Text 96"/>
            <p:cNvSpPr/>
            <p:nvPr/>
          </p:nvSpPr>
          <p:spPr>
            <a:xfrm>
              <a:off x="9485071" y="3174797"/>
              <a:ext cx="1531620" cy="2487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Flow Settlement</a:t>
              </a:r>
              <a:endParaRPr lang="en-US" sz="1400" dirty="0"/>
            </a:p>
          </p:txBody>
        </p:sp>
        <p:sp>
          <p:nvSpPr>
            <p:cNvPr id="336" name="Text 97"/>
            <p:cNvSpPr/>
            <p:nvPr/>
          </p:nvSpPr>
          <p:spPr>
            <a:xfrm>
              <a:off x="707746" y="3394253"/>
              <a:ext cx="913486" cy="1655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Electricity</a:t>
              </a:r>
              <a:endParaRPr lang="en-US" sz="1100" dirty="0"/>
            </a:p>
          </p:txBody>
        </p:sp>
        <p:sp>
          <p:nvSpPr>
            <p:cNvPr id="337" name="Text 98"/>
            <p:cNvSpPr/>
            <p:nvPr/>
          </p:nvSpPr>
          <p:spPr>
            <a:xfrm>
              <a:off x="6143854" y="3441802"/>
              <a:ext cx="56144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power</a:t>
              </a:r>
              <a:endParaRPr lang="en-US" sz="1200" dirty="0"/>
            </a:p>
          </p:txBody>
        </p:sp>
        <p:sp>
          <p:nvSpPr>
            <p:cNvPr id="338" name="Text 99"/>
            <p:cNvSpPr/>
            <p:nvPr/>
          </p:nvSpPr>
          <p:spPr>
            <a:xfrm>
              <a:off x="690372" y="3589020"/>
              <a:ext cx="703174" cy="1792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price </a:t>
              </a:r>
              <a:endParaRPr lang="en-US" sz="1100" dirty="0"/>
            </a:p>
          </p:txBody>
        </p:sp>
        <p:sp>
          <p:nvSpPr>
            <p:cNvPr id="339" name="Text 100"/>
            <p:cNvSpPr/>
            <p:nvPr/>
          </p:nvSpPr>
          <p:spPr>
            <a:xfrm>
              <a:off x="10131552" y="3583086"/>
              <a:ext cx="1365199" cy="180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 voltages (V</a:t>
              </a:r>
              <a:r>
                <a:rPr lang="en-US" sz="1100" baseline="-250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</a:t>
              </a: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100" dirty="0"/>
            </a:p>
          </p:txBody>
        </p:sp>
        <p:sp>
          <p:nvSpPr>
            <p:cNvPr id="340" name="Text 101"/>
            <p:cNvSpPr/>
            <p:nvPr/>
          </p:nvSpPr>
          <p:spPr>
            <a:xfrm>
              <a:off x="6095847" y="3655676"/>
              <a:ext cx="660197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set-point</a:t>
              </a:r>
              <a:endParaRPr lang="en-US" sz="1200" dirty="0"/>
            </a:p>
          </p:txBody>
        </p:sp>
        <p:sp>
          <p:nvSpPr>
            <p:cNvPr id="341" name="Text 102"/>
            <p:cNvSpPr/>
            <p:nvPr/>
          </p:nvSpPr>
          <p:spPr>
            <a:xfrm>
              <a:off x="2655418" y="3760012"/>
              <a:ext cx="1285646" cy="2137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Critic Networks</a:t>
              </a:r>
              <a:endParaRPr lang="en-US" sz="1400" dirty="0"/>
            </a:p>
          </p:txBody>
        </p:sp>
        <p:sp>
          <p:nvSpPr>
            <p:cNvPr id="343" name="Text 104"/>
            <p:cNvSpPr/>
            <p:nvPr/>
          </p:nvSpPr>
          <p:spPr>
            <a:xfrm>
              <a:off x="6212434" y="3857854"/>
              <a:ext cx="339242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(a</a:t>
              </a:r>
              <a:r>
                <a:rPr lang="en-US" sz="1200" baseline="-250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</a:t>
              </a:r>
              <a:r>
                <a:rPr lang="en-US" sz="12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200" dirty="0"/>
            </a:p>
          </p:txBody>
        </p:sp>
        <p:sp>
          <p:nvSpPr>
            <p:cNvPr id="344" name="Text 105"/>
            <p:cNvSpPr/>
            <p:nvPr/>
          </p:nvSpPr>
          <p:spPr>
            <a:xfrm>
              <a:off x="10121494" y="3964838"/>
              <a:ext cx="1458468" cy="1618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Feeder loading (I</a:t>
              </a:r>
              <a:r>
                <a:rPr lang="en-US" sz="1100" baseline="-250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feeder</a:t>
              </a: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100" dirty="0"/>
            </a:p>
          </p:txBody>
        </p:sp>
        <p:sp>
          <p:nvSpPr>
            <p:cNvPr id="345" name="Text 106"/>
            <p:cNvSpPr/>
            <p:nvPr/>
          </p:nvSpPr>
          <p:spPr>
            <a:xfrm>
              <a:off x="688543" y="4135831"/>
              <a:ext cx="953719" cy="1892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State of</a:t>
              </a:r>
              <a:endParaRPr lang="en-US" sz="1200" dirty="0"/>
            </a:p>
          </p:txBody>
        </p:sp>
        <p:sp>
          <p:nvSpPr>
            <p:cNvPr id="346" name="Text 107"/>
            <p:cNvSpPr/>
            <p:nvPr/>
          </p:nvSpPr>
          <p:spPr>
            <a:xfrm>
              <a:off x="7313371" y="4315054"/>
              <a:ext cx="694944" cy="2203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Network</a:t>
              </a:r>
              <a:endParaRPr lang="en-US" sz="1200" dirty="0"/>
            </a:p>
          </p:txBody>
        </p:sp>
        <p:sp>
          <p:nvSpPr>
            <p:cNvPr id="347" name="Text 108"/>
            <p:cNvSpPr/>
            <p:nvPr/>
          </p:nvSpPr>
          <p:spPr>
            <a:xfrm>
              <a:off x="694944" y="4347972"/>
              <a:ext cx="1167689" cy="2139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Charge (SOC)</a:t>
              </a:r>
              <a:endParaRPr lang="en-US" sz="1200" dirty="0"/>
            </a:p>
          </p:txBody>
        </p:sp>
        <p:sp>
          <p:nvSpPr>
            <p:cNvPr id="348" name="Text 109"/>
            <p:cNvSpPr/>
            <p:nvPr/>
          </p:nvSpPr>
          <p:spPr>
            <a:xfrm>
              <a:off x="7445924" y="4508296"/>
              <a:ext cx="368503" cy="1874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limits</a:t>
              </a:r>
              <a:endParaRPr lang="en-US" sz="1200" dirty="0"/>
            </a:p>
          </p:txBody>
        </p:sp>
        <p:sp>
          <p:nvSpPr>
            <p:cNvPr id="349" name="Text 110"/>
            <p:cNvSpPr/>
            <p:nvPr/>
          </p:nvSpPr>
          <p:spPr>
            <a:xfrm>
              <a:off x="10137953" y="4339742"/>
              <a:ext cx="1313078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Import/export to grid</a:t>
              </a:r>
            </a:p>
            <a:p>
              <a:pPr marL="0" indent="0" algn="l">
                <a:lnSpc>
                  <a:spcPct val="116000"/>
                </a:lnSpc>
                <a:buNone/>
              </a:pP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cs typeface="Arial" pitchFamily="34" charset="-120"/>
                </a:rPr>
                <a:t>(</a:t>
              </a:r>
              <a:r>
                <a:rPr lang="en-US" sz="1100" dirty="0" err="1">
                  <a:solidFill>
                    <a:srgbClr val="000000"/>
                  </a:solidFill>
                  <a:latin typeface="Arial" pitchFamily="34" charset="0"/>
                  <a:cs typeface="Arial" pitchFamily="34" charset="-120"/>
                </a:rPr>
                <a:t>P</a:t>
              </a:r>
              <a:r>
                <a:rPr lang="en-US" sz="1100" baseline="-25000" dirty="0" err="1">
                  <a:solidFill>
                    <a:srgbClr val="000000"/>
                  </a:solidFill>
                  <a:latin typeface="Arial" pitchFamily="34" charset="0"/>
                  <a:cs typeface="Arial" pitchFamily="34" charset="-120"/>
                </a:rPr>
                <a:t>grid</a:t>
              </a: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cs typeface="Arial" pitchFamily="34" charset="-120"/>
                </a:rPr>
                <a:t>)</a:t>
              </a:r>
              <a:endParaRPr lang="en-US" sz="1100" dirty="0"/>
            </a:p>
          </p:txBody>
        </p:sp>
        <p:sp>
          <p:nvSpPr>
            <p:cNvPr id="350" name="Text 111"/>
            <p:cNvSpPr/>
            <p:nvPr/>
          </p:nvSpPr>
          <p:spPr>
            <a:xfrm>
              <a:off x="4568341" y="4764938"/>
              <a:ext cx="1175005" cy="1682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Policy Update</a:t>
              </a:r>
              <a:endParaRPr lang="en-US" sz="1400" dirty="0"/>
            </a:p>
          </p:txBody>
        </p:sp>
        <p:sp>
          <p:nvSpPr>
            <p:cNvPr id="351" name="Text 112"/>
            <p:cNvSpPr/>
            <p:nvPr/>
          </p:nvSpPr>
          <p:spPr>
            <a:xfrm>
              <a:off x="7143293" y="4792370"/>
              <a:ext cx="86502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20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Clip/reshape</a:t>
              </a:r>
              <a:endParaRPr lang="en-US" sz="1201" dirty="0"/>
            </a:p>
          </p:txBody>
        </p:sp>
        <p:sp>
          <p:nvSpPr>
            <p:cNvPr id="352" name="Text 113"/>
            <p:cNvSpPr/>
            <p:nvPr/>
          </p:nvSpPr>
          <p:spPr>
            <a:xfrm>
              <a:off x="718718" y="4911242"/>
              <a:ext cx="1038758" cy="2203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Net-demand</a:t>
              </a:r>
              <a:endParaRPr lang="en-US" sz="1400" dirty="0"/>
            </a:p>
          </p:txBody>
        </p:sp>
        <p:sp>
          <p:nvSpPr>
            <p:cNvPr id="353" name="Text 114"/>
            <p:cNvSpPr/>
            <p:nvPr/>
          </p:nvSpPr>
          <p:spPr>
            <a:xfrm>
              <a:off x="4929530" y="4969764"/>
              <a:ext cx="479146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Loop</a:t>
              </a:r>
              <a:endParaRPr lang="en-US" sz="1400" dirty="0"/>
            </a:p>
          </p:txBody>
        </p:sp>
        <p:sp>
          <p:nvSpPr>
            <p:cNvPr id="354" name="Text 115"/>
            <p:cNvSpPr/>
            <p:nvPr/>
          </p:nvSpPr>
          <p:spPr>
            <a:xfrm>
              <a:off x="6980531" y="4992624"/>
              <a:ext cx="1374800" cy="1527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infeasible actions</a:t>
              </a:r>
              <a:endParaRPr lang="en-US" sz="1200" dirty="0"/>
            </a:p>
          </p:txBody>
        </p:sp>
        <p:sp>
          <p:nvSpPr>
            <p:cNvPr id="355" name="Text 116"/>
            <p:cNvSpPr/>
            <p:nvPr/>
          </p:nvSpPr>
          <p:spPr>
            <a:xfrm>
              <a:off x="676656" y="5136185"/>
              <a:ext cx="481889" cy="2048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(P</a:t>
              </a:r>
              <a:r>
                <a:rPr lang="en-US" sz="1400" baseline="-250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net</a:t>
              </a:r>
              <a:r>
                <a:rPr lang="en-US" sz="14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400" dirty="0"/>
            </a:p>
          </p:txBody>
        </p:sp>
        <p:sp>
          <p:nvSpPr>
            <p:cNvPr id="356" name="Text 117"/>
            <p:cNvSpPr/>
            <p:nvPr/>
          </p:nvSpPr>
          <p:spPr>
            <a:xfrm>
              <a:off x="6980530" y="5184648"/>
              <a:ext cx="1175918" cy="1773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under constraints</a:t>
              </a:r>
              <a:endParaRPr lang="en-US" sz="1200" dirty="0"/>
            </a:p>
          </p:txBody>
        </p:sp>
        <p:sp>
          <p:nvSpPr>
            <p:cNvPr id="357" name="Text 118"/>
            <p:cNvSpPr/>
            <p:nvPr/>
          </p:nvSpPr>
          <p:spPr>
            <a:xfrm>
              <a:off x="9396374" y="5195621"/>
              <a:ext cx="1756562" cy="2203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600" dirty="0"/>
                <a:t>Reward &amp; Next State</a:t>
              </a:r>
            </a:p>
          </p:txBody>
        </p:sp>
        <p:sp>
          <p:nvSpPr>
            <p:cNvPr id="358" name="Text 119"/>
            <p:cNvSpPr/>
            <p:nvPr/>
          </p:nvSpPr>
          <p:spPr>
            <a:xfrm>
              <a:off x="9333650" y="5553151"/>
              <a:ext cx="1848917" cy="1664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10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Operating cost </a:t>
              </a:r>
              <a:endParaRPr lang="en-US" sz="1101" dirty="0"/>
            </a:p>
          </p:txBody>
        </p:sp>
        <p:sp>
          <p:nvSpPr>
            <p:cNvPr id="359" name="Text 120"/>
            <p:cNvSpPr/>
            <p:nvPr/>
          </p:nvSpPr>
          <p:spPr>
            <a:xfrm>
              <a:off x="6035040" y="5719572"/>
              <a:ext cx="821131" cy="2075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387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reward (r</a:t>
              </a:r>
              <a:r>
                <a:rPr lang="en-US" sz="1387" baseline="-250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</a:t>
              </a:r>
              <a:r>
                <a:rPr lang="en-US" sz="1387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387" dirty="0"/>
            </a:p>
          </p:txBody>
        </p:sp>
        <p:sp>
          <p:nvSpPr>
            <p:cNvPr id="360" name="Text 121"/>
            <p:cNvSpPr/>
            <p:nvPr/>
          </p:nvSpPr>
          <p:spPr>
            <a:xfrm>
              <a:off x="9364370" y="6038855"/>
              <a:ext cx="1217066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197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Network penalties</a:t>
              </a:r>
              <a:endParaRPr lang="en-US" sz="1197" dirty="0"/>
            </a:p>
          </p:txBody>
        </p:sp>
        <p:sp>
          <p:nvSpPr>
            <p:cNvPr id="361" name="Text 122"/>
            <p:cNvSpPr/>
            <p:nvPr/>
          </p:nvSpPr>
          <p:spPr>
            <a:xfrm>
              <a:off x="9354312" y="6142939"/>
              <a:ext cx="1167689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endParaRPr lang="en-US" sz="1216" dirty="0"/>
            </a:p>
          </p:txBody>
        </p:sp>
        <p:sp>
          <p:nvSpPr>
            <p:cNvPr id="362" name="Text 123"/>
            <p:cNvSpPr/>
            <p:nvPr/>
          </p:nvSpPr>
          <p:spPr>
            <a:xfrm>
              <a:off x="4145890" y="6500470"/>
              <a:ext cx="1224382" cy="1956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3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next state (S</a:t>
              </a:r>
              <a:r>
                <a:rPr lang="en-US" sz="1300" baseline="-250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t+1</a:t>
              </a:r>
              <a:r>
                <a:rPr lang="en-US" sz="13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300" dirty="0"/>
            </a:p>
          </p:txBody>
        </p:sp>
        <p:sp>
          <p:nvSpPr>
            <p:cNvPr id="363" name="Text 124"/>
            <p:cNvSpPr/>
            <p:nvPr/>
          </p:nvSpPr>
          <p:spPr>
            <a:xfrm>
              <a:off x="9365285" y="6491326"/>
              <a:ext cx="1874520" cy="1865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24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SOC-shaping </a:t>
              </a:r>
              <a:endParaRPr lang="en-US" sz="1241" dirty="0"/>
            </a:p>
          </p:txBody>
        </p:sp>
        <p:sp>
          <p:nvSpPr>
            <p:cNvPr id="364" name="Shape 40">
              <a:extLst>
                <a:ext uri="{FF2B5EF4-FFF2-40B4-BE49-F238E27FC236}">
                  <a16:creationId xmlns:a16="http://schemas.microsoft.com/office/drawing/2014/main" id="{B39CCCD9-D84A-898C-0E50-B443F6678707}"/>
                </a:ext>
              </a:extLst>
            </p:cNvPr>
            <p:cNvSpPr/>
            <p:nvPr/>
          </p:nvSpPr>
          <p:spPr>
            <a:xfrm>
              <a:off x="3710852" y="2233686"/>
              <a:ext cx="148589" cy="137449"/>
            </a:xfrm>
            <a:prstGeom prst="ellipse">
              <a:avLst/>
            </a:prstGeom>
            <a:solidFill>
              <a:srgbClr val="E9F1F9"/>
            </a:solidFill>
            <a:ln/>
          </p:spPr>
        </p:sp>
        <p:sp>
          <p:nvSpPr>
            <p:cNvPr id="375" name="箭头: 右 374">
              <a:extLst>
                <a:ext uri="{FF2B5EF4-FFF2-40B4-BE49-F238E27FC236}">
                  <a16:creationId xmlns:a16="http://schemas.microsoft.com/office/drawing/2014/main" id="{F4BB3810-AF2A-AC74-9B34-EB4B3A9D2803}"/>
                </a:ext>
              </a:extLst>
            </p:cNvPr>
            <p:cNvSpPr/>
            <p:nvPr/>
          </p:nvSpPr>
          <p:spPr>
            <a:xfrm>
              <a:off x="10083196" y="950259"/>
              <a:ext cx="296494" cy="72150"/>
            </a:xfrm>
            <a:prstGeom prst="rightArrow">
              <a:avLst>
                <a:gd name="adj1" fmla="val 50000"/>
                <a:gd name="adj2" fmla="val 168823"/>
              </a:avLst>
            </a:prstGeom>
            <a:solidFill>
              <a:srgbClr val="0927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377" name="Image 119" descr="preencoded.png">
              <a:extLst>
                <a:ext uri="{FF2B5EF4-FFF2-40B4-BE49-F238E27FC236}">
                  <a16:creationId xmlns:a16="http://schemas.microsoft.com/office/drawing/2014/main" id="{580693EA-1505-9F7E-BAF5-089267D67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372193" y="1183234"/>
              <a:ext cx="1464715" cy="315010"/>
            </a:xfrm>
            <a:prstGeom prst="rect">
              <a:avLst/>
            </a:prstGeom>
          </p:spPr>
        </p:pic>
        <p:sp>
          <p:nvSpPr>
            <p:cNvPr id="226" name="文本框 225">
              <a:extLst>
                <a:ext uri="{FF2B5EF4-FFF2-40B4-BE49-F238E27FC236}">
                  <a16:creationId xmlns:a16="http://schemas.microsoft.com/office/drawing/2014/main" id="{777EC8E0-85E2-5CEE-7B37-FCAD20CFE20B}"/>
                </a:ext>
              </a:extLst>
            </p:cNvPr>
            <p:cNvSpPr txBox="1"/>
            <p:nvPr/>
          </p:nvSpPr>
          <p:spPr>
            <a:xfrm>
              <a:off x="10372193" y="1207072"/>
              <a:ext cx="8040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Rint</a:t>
              </a:r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 only</a:t>
              </a:r>
              <a:endParaRPr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8" name="箭头: 右 377">
              <a:extLst>
                <a:ext uri="{FF2B5EF4-FFF2-40B4-BE49-F238E27FC236}">
                  <a16:creationId xmlns:a16="http://schemas.microsoft.com/office/drawing/2014/main" id="{B6341488-D6C4-3740-C314-E5E5546F8D19}"/>
                </a:ext>
              </a:extLst>
            </p:cNvPr>
            <p:cNvSpPr/>
            <p:nvPr/>
          </p:nvSpPr>
          <p:spPr>
            <a:xfrm>
              <a:off x="10083196" y="1316316"/>
              <a:ext cx="296494" cy="72150"/>
            </a:xfrm>
            <a:prstGeom prst="rightArrow">
              <a:avLst>
                <a:gd name="adj1" fmla="val 50000"/>
                <a:gd name="adj2" fmla="val 168823"/>
              </a:avLst>
            </a:prstGeom>
            <a:solidFill>
              <a:srgbClr val="0927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381" name="Image 119" descr="preencoded.png">
              <a:extLst>
                <a:ext uri="{FF2B5EF4-FFF2-40B4-BE49-F238E27FC236}">
                  <a16:creationId xmlns:a16="http://schemas.microsoft.com/office/drawing/2014/main" id="{A2F1A3F3-A35E-BE25-3837-F34DB72BA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357637" y="1939214"/>
              <a:ext cx="1474032" cy="315010"/>
            </a:xfrm>
            <a:prstGeom prst="rect">
              <a:avLst/>
            </a:prstGeom>
          </p:spPr>
        </p:pic>
        <p:pic>
          <p:nvPicPr>
            <p:cNvPr id="383" name="Image 119" descr="preencoded.png">
              <a:extLst>
                <a:ext uri="{FF2B5EF4-FFF2-40B4-BE49-F238E27FC236}">
                  <a16:creationId xmlns:a16="http://schemas.microsoft.com/office/drawing/2014/main" id="{3D33D365-C53D-7B36-F9FF-192CF47A7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359696" y="1543507"/>
              <a:ext cx="1477212" cy="315010"/>
            </a:xfrm>
            <a:prstGeom prst="rect">
              <a:avLst/>
            </a:prstGeom>
          </p:spPr>
        </p:pic>
        <p:sp>
          <p:nvSpPr>
            <p:cNvPr id="321" name="Text 82"/>
            <p:cNvSpPr/>
            <p:nvPr/>
          </p:nvSpPr>
          <p:spPr>
            <a:xfrm>
              <a:off x="10459840" y="1611993"/>
              <a:ext cx="901141" cy="204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Loss </a:t>
              </a:r>
              <a:r>
                <a:rPr lang="en-US" altLang="zh-CN" sz="12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only</a:t>
              </a:r>
              <a:endParaRPr lang="en-US" sz="1200" dirty="0"/>
            </a:p>
          </p:txBody>
        </p:sp>
        <p:sp>
          <p:nvSpPr>
            <p:cNvPr id="328" name="Text 89"/>
            <p:cNvSpPr/>
            <p:nvPr/>
          </p:nvSpPr>
          <p:spPr>
            <a:xfrm>
              <a:off x="10431018" y="1997964"/>
              <a:ext cx="60441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6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Simple</a:t>
              </a:r>
              <a:endParaRPr lang="en-US" sz="1200" dirty="0"/>
            </a:p>
          </p:txBody>
        </p:sp>
        <p:sp>
          <p:nvSpPr>
            <p:cNvPr id="384" name="箭头: 右 383">
              <a:extLst>
                <a:ext uri="{FF2B5EF4-FFF2-40B4-BE49-F238E27FC236}">
                  <a16:creationId xmlns:a16="http://schemas.microsoft.com/office/drawing/2014/main" id="{96224677-13F4-C994-B092-8649892A62DA}"/>
                </a:ext>
              </a:extLst>
            </p:cNvPr>
            <p:cNvSpPr/>
            <p:nvPr/>
          </p:nvSpPr>
          <p:spPr>
            <a:xfrm>
              <a:off x="10063202" y="1662467"/>
              <a:ext cx="296494" cy="72150"/>
            </a:xfrm>
            <a:prstGeom prst="rightArrow">
              <a:avLst>
                <a:gd name="adj1" fmla="val 50000"/>
                <a:gd name="adj2" fmla="val 168823"/>
              </a:avLst>
            </a:prstGeom>
            <a:solidFill>
              <a:srgbClr val="0927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6" name="箭头: 右 385">
              <a:extLst>
                <a:ext uri="{FF2B5EF4-FFF2-40B4-BE49-F238E27FC236}">
                  <a16:creationId xmlns:a16="http://schemas.microsoft.com/office/drawing/2014/main" id="{CE401D37-B912-B9B2-BC86-931C6FE3066D}"/>
                </a:ext>
              </a:extLst>
            </p:cNvPr>
            <p:cNvSpPr/>
            <p:nvPr/>
          </p:nvSpPr>
          <p:spPr>
            <a:xfrm>
              <a:off x="10063202" y="2088076"/>
              <a:ext cx="296494" cy="72150"/>
            </a:xfrm>
            <a:prstGeom prst="rightArrow">
              <a:avLst>
                <a:gd name="adj1" fmla="val 50000"/>
                <a:gd name="adj2" fmla="val 168823"/>
              </a:avLst>
            </a:prstGeom>
            <a:solidFill>
              <a:srgbClr val="0927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04" name="组合 403">
              <a:extLst>
                <a:ext uri="{FF2B5EF4-FFF2-40B4-BE49-F238E27FC236}">
                  <a16:creationId xmlns:a16="http://schemas.microsoft.com/office/drawing/2014/main" id="{A4CC6366-33E6-62C3-A8BD-63DCE1ABDF4D}"/>
                </a:ext>
              </a:extLst>
            </p:cNvPr>
            <p:cNvGrpSpPr/>
            <p:nvPr/>
          </p:nvGrpSpPr>
          <p:grpSpPr>
            <a:xfrm>
              <a:off x="7410238" y="2908623"/>
              <a:ext cx="377719" cy="436334"/>
              <a:chOff x="6839546" y="1339868"/>
              <a:chExt cx="265814" cy="323961"/>
            </a:xfrm>
          </p:grpSpPr>
          <p:pic>
            <p:nvPicPr>
              <p:cNvPr id="65" name="Image 93" descr="preencoded.png"/>
              <p:cNvPicPr>
                <a:picLocks noChangeAspect="1"/>
              </p:cNvPicPr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6839546" y="1339868"/>
                <a:ext cx="265814" cy="323961"/>
              </a:xfrm>
              <a:prstGeom prst="rect">
                <a:avLst/>
              </a:prstGeom>
            </p:spPr>
          </p:pic>
          <p:pic>
            <p:nvPicPr>
              <p:cNvPr id="66" name="Image 121" descr="preencoded.png"/>
              <p:cNvPicPr>
                <a:picLocks noChangeAspect="1"/>
              </p:cNvPicPr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855547" y="1360260"/>
                <a:ext cx="232587" cy="282427"/>
              </a:xfrm>
              <a:prstGeom prst="rect">
                <a:avLst/>
              </a:prstGeom>
            </p:spPr>
          </p:pic>
          <p:pic>
            <p:nvPicPr>
              <p:cNvPr id="67" name="Image 156" descr="preencoded.png"/>
              <p:cNvPicPr>
                <a:picLocks noChangeAspect="1"/>
              </p:cNvPicPr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6908077" y="1458656"/>
                <a:ext cx="132907" cy="99681"/>
              </a:xfrm>
              <a:prstGeom prst="rect">
                <a:avLst/>
              </a:prstGeom>
            </p:spPr>
          </p:pic>
        </p:grp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52BD923E-28F8-3581-FEFE-FB3E6CE76677}"/>
                </a:ext>
              </a:extLst>
            </p:cNvPr>
            <p:cNvSpPr txBox="1"/>
            <p:nvPr/>
          </p:nvSpPr>
          <p:spPr>
            <a:xfrm>
              <a:off x="7039515" y="3292194"/>
              <a:ext cx="165793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Calculate safety modifier</a:t>
              </a:r>
              <a:endParaRPr lang="zh-CN" alt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135</Words>
  <Application>Microsoft Office PowerPoint</Application>
  <PresentationFormat>宽屏</PresentationFormat>
  <Paragraphs>55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WJ T</cp:lastModifiedBy>
  <cp:revision>8</cp:revision>
  <dcterms:created xsi:type="dcterms:W3CDTF">2026-04-11T00:18:00Z</dcterms:created>
  <dcterms:modified xsi:type="dcterms:W3CDTF">2026-06-17T15:11:54Z</dcterms:modified>
</cp:coreProperties>
</file>