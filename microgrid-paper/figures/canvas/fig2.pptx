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27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33" d="100"/>
          <a:sy n="33" d="100"/>
        </p:scale>
        <p:origin x="1277" y="19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7932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5.png"/><Relationship Id="rId21" Type="http://schemas.openxmlformats.org/officeDocument/2006/relationships/image" Target="../media/image19.png"/><Relationship Id="rId42" Type="http://schemas.openxmlformats.org/officeDocument/2006/relationships/image" Target="../media/image40.png"/><Relationship Id="rId63" Type="http://schemas.openxmlformats.org/officeDocument/2006/relationships/image" Target="../media/image61.png"/><Relationship Id="rId84" Type="http://schemas.openxmlformats.org/officeDocument/2006/relationships/image" Target="../media/image82.png"/><Relationship Id="rId138" Type="http://schemas.openxmlformats.org/officeDocument/2006/relationships/image" Target="../media/image136.png"/><Relationship Id="rId159" Type="http://schemas.openxmlformats.org/officeDocument/2006/relationships/image" Target="../media/image157.png"/><Relationship Id="rId170" Type="http://schemas.openxmlformats.org/officeDocument/2006/relationships/image" Target="../media/image168.png"/><Relationship Id="rId191" Type="http://schemas.openxmlformats.org/officeDocument/2006/relationships/image" Target="../media/image189.png"/><Relationship Id="rId107" Type="http://schemas.openxmlformats.org/officeDocument/2006/relationships/image" Target="../media/image105.png"/><Relationship Id="rId11" Type="http://schemas.openxmlformats.org/officeDocument/2006/relationships/image" Target="../media/image9.png"/><Relationship Id="rId32" Type="http://schemas.openxmlformats.org/officeDocument/2006/relationships/image" Target="../media/image30.png"/><Relationship Id="rId53" Type="http://schemas.openxmlformats.org/officeDocument/2006/relationships/image" Target="../media/image51.png"/><Relationship Id="rId74" Type="http://schemas.openxmlformats.org/officeDocument/2006/relationships/image" Target="../media/image72.png"/><Relationship Id="rId128" Type="http://schemas.openxmlformats.org/officeDocument/2006/relationships/image" Target="../media/image126.png"/><Relationship Id="rId149" Type="http://schemas.openxmlformats.org/officeDocument/2006/relationships/image" Target="../media/image147.png"/><Relationship Id="rId5" Type="http://schemas.openxmlformats.org/officeDocument/2006/relationships/image" Target="../media/image3.png"/><Relationship Id="rId95" Type="http://schemas.openxmlformats.org/officeDocument/2006/relationships/image" Target="../media/image93.png"/><Relationship Id="rId160" Type="http://schemas.openxmlformats.org/officeDocument/2006/relationships/image" Target="../media/image158.png"/><Relationship Id="rId181" Type="http://schemas.openxmlformats.org/officeDocument/2006/relationships/image" Target="../media/image179.png"/><Relationship Id="rId22" Type="http://schemas.openxmlformats.org/officeDocument/2006/relationships/image" Target="../media/image20.png"/><Relationship Id="rId43" Type="http://schemas.openxmlformats.org/officeDocument/2006/relationships/image" Target="../media/image41.png"/><Relationship Id="rId64" Type="http://schemas.openxmlformats.org/officeDocument/2006/relationships/image" Target="../media/image62.png"/><Relationship Id="rId118" Type="http://schemas.openxmlformats.org/officeDocument/2006/relationships/image" Target="../media/image116.png"/><Relationship Id="rId139" Type="http://schemas.openxmlformats.org/officeDocument/2006/relationships/image" Target="../media/image137.png"/><Relationship Id="rId85" Type="http://schemas.openxmlformats.org/officeDocument/2006/relationships/image" Target="../media/image83.png"/><Relationship Id="rId150" Type="http://schemas.openxmlformats.org/officeDocument/2006/relationships/image" Target="../media/image148.png"/><Relationship Id="rId171" Type="http://schemas.openxmlformats.org/officeDocument/2006/relationships/image" Target="../media/image169.png"/><Relationship Id="rId192" Type="http://schemas.openxmlformats.org/officeDocument/2006/relationships/image" Target="../media/image190.png"/><Relationship Id="rId12" Type="http://schemas.openxmlformats.org/officeDocument/2006/relationships/image" Target="../media/image10.png"/><Relationship Id="rId33" Type="http://schemas.openxmlformats.org/officeDocument/2006/relationships/image" Target="../media/image31.png"/><Relationship Id="rId108" Type="http://schemas.openxmlformats.org/officeDocument/2006/relationships/image" Target="../media/image106.png"/><Relationship Id="rId129" Type="http://schemas.openxmlformats.org/officeDocument/2006/relationships/image" Target="../media/image127.png"/><Relationship Id="rId54" Type="http://schemas.openxmlformats.org/officeDocument/2006/relationships/image" Target="../media/image52.png"/><Relationship Id="rId75" Type="http://schemas.openxmlformats.org/officeDocument/2006/relationships/image" Target="../media/image73.png"/><Relationship Id="rId96" Type="http://schemas.openxmlformats.org/officeDocument/2006/relationships/image" Target="../media/image94.png"/><Relationship Id="rId140" Type="http://schemas.openxmlformats.org/officeDocument/2006/relationships/image" Target="../media/image138.png"/><Relationship Id="rId161" Type="http://schemas.openxmlformats.org/officeDocument/2006/relationships/image" Target="../media/image159.png"/><Relationship Id="rId182" Type="http://schemas.openxmlformats.org/officeDocument/2006/relationships/image" Target="../media/image180.png"/><Relationship Id="rId6" Type="http://schemas.openxmlformats.org/officeDocument/2006/relationships/image" Target="../media/image4.png"/><Relationship Id="rId23" Type="http://schemas.openxmlformats.org/officeDocument/2006/relationships/image" Target="../media/image21.png"/><Relationship Id="rId119" Type="http://schemas.openxmlformats.org/officeDocument/2006/relationships/image" Target="../media/image117.png"/><Relationship Id="rId44" Type="http://schemas.openxmlformats.org/officeDocument/2006/relationships/image" Target="../media/image42.png"/><Relationship Id="rId65" Type="http://schemas.openxmlformats.org/officeDocument/2006/relationships/image" Target="../media/image63.png"/><Relationship Id="rId86" Type="http://schemas.openxmlformats.org/officeDocument/2006/relationships/image" Target="../media/image84.png"/><Relationship Id="rId130" Type="http://schemas.openxmlformats.org/officeDocument/2006/relationships/image" Target="../media/image128.png"/><Relationship Id="rId151" Type="http://schemas.openxmlformats.org/officeDocument/2006/relationships/image" Target="../media/image149.png"/><Relationship Id="rId172" Type="http://schemas.openxmlformats.org/officeDocument/2006/relationships/image" Target="../media/image170.png"/><Relationship Id="rId193" Type="http://schemas.openxmlformats.org/officeDocument/2006/relationships/image" Target="../media/image191.png"/><Relationship Id="rId13" Type="http://schemas.openxmlformats.org/officeDocument/2006/relationships/image" Target="../media/image11.png"/><Relationship Id="rId109" Type="http://schemas.openxmlformats.org/officeDocument/2006/relationships/image" Target="../media/image107.png"/><Relationship Id="rId34" Type="http://schemas.openxmlformats.org/officeDocument/2006/relationships/image" Target="../media/image32.png"/><Relationship Id="rId55" Type="http://schemas.openxmlformats.org/officeDocument/2006/relationships/image" Target="../media/image53.png"/><Relationship Id="rId76" Type="http://schemas.openxmlformats.org/officeDocument/2006/relationships/image" Target="../media/image74.png"/><Relationship Id="rId97" Type="http://schemas.openxmlformats.org/officeDocument/2006/relationships/image" Target="../media/image95.png"/><Relationship Id="rId120" Type="http://schemas.openxmlformats.org/officeDocument/2006/relationships/image" Target="../media/image118.png"/><Relationship Id="rId141" Type="http://schemas.openxmlformats.org/officeDocument/2006/relationships/image" Target="../media/image139.png"/><Relationship Id="rId7" Type="http://schemas.openxmlformats.org/officeDocument/2006/relationships/image" Target="../media/image5.png"/><Relationship Id="rId162" Type="http://schemas.openxmlformats.org/officeDocument/2006/relationships/image" Target="../media/image160.png"/><Relationship Id="rId183" Type="http://schemas.openxmlformats.org/officeDocument/2006/relationships/image" Target="../media/image181.png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27.png"/><Relationship Id="rId24" Type="http://schemas.openxmlformats.org/officeDocument/2006/relationships/image" Target="../media/image22.png"/><Relationship Id="rId40" Type="http://schemas.openxmlformats.org/officeDocument/2006/relationships/image" Target="../media/image38.png"/><Relationship Id="rId45" Type="http://schemas.openxmlformats.org/officeDocument/2006/relationships/image" Target="../media/image43.png"/><Relationship Id="rId66" Type="http://schemas.openxmlformats.org/officeDocument/2006/relationships/image" Target="../media/image64.png"/><Relationship Id="rId87" Type="http://schemas.openxmlformats.org/officeDocument/2006/relationships/image" Target="../media/image85.png"/><Relationship Id="rId110" Type="http://schemas.openxmlformats.org/officeDocument/2006/relationships/image" Target="../media/image108.png"/><Relationship Id="rId115" Type="http://schemas.openxmlformats.org/officeDocument/2006/relationships/image" Target="../media/image113.png"/><Relationship Id="rId131" Type="http://schemas.openxmlformats.org/officeDocument/2006/relationships/image" Target="../media/image129.png"/><Relationship Id="rId136" Type="http://schemas.openxmlformats.org/officeDocument/2006/relationships/image" Target="../media/image134.png"/><Relationship Id="rId157" Type="http://schemas.openxmlformats.org/officeDocument/2006/relationships/image" Target="../media/image155.png"/><Relationship Id="rId178" Type="http://schemas.openxmlformats.org/officeDocument/2006/relationships/image" Target="../media/image176.png"/><Relationship Id="rId61" Type="http://schemas.openxmlformats.org/officeDocument/2006/relationships/image" Target="../media/image59.png"/><Relationship Id="rId82" Type="http://schemas.openxmlformats.org/officeDocument/2006/relationships/image" Target="../media/image80.png"/><Relationship Id="rId152" Type="http://schemas.openxmlformats.org/officeDocument/2006/relationships/image" Target="../media/image150.png"/><Relationship Id="rId173" Type="http://schemas.openxmlformats.org/officeDocument/2006/relationships/image" Target="../media/image171.png"/><Relationship Id="rId194" Type="http://schemas.openxmlformats.org/officeDocument/2006/relationships/image" Target="../media/image192.png"/><Relationship Id="rId199" Type="http://schemas.openxmlformats.org/officeDocument/2006/relationships/image" Target="../media/image197.png"/><Relationship Id="rId203" Type="http://schemas.openxmlformats.org/officeDocument/2006/relationships/image" Target="../media/image201.png"/><Relationship Id="rId19" Type="http://schemas.openxmlformats.org/officeDocument/2006/relationships/image" Target="../media/image17.png"/><Relationship Id="rId14" Type="http://schemas.openxmlformats.org/officeDocument/2006/relationships/image" Target="../media/image12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Relationship Id="rId56" Type="http://schemas.openxmlformats.org/officeDocument/2006/relationships/image" Target="../media/image54.png"/><Relationship Id="rId77" Type="http://schemas.openxmlformats.org/officeDocument/2006/relationships/image" Target="../media/image75.png"/><Relationship Id="rId100" Type="http://schemas.openxmlformats.org/officeDocument/2006/relationships/image" Target="../media/image98.png"/><Relationship Id="rId105" Type="http://schemas.openxmlformats.org/officeDocument/2006/relationships/image" Target="../media/image103.png"/><Relationship Id="rId126" Type="http://schemas.openxmlformats.org/officeDocument/2006/relationships/image" Target="../media/image124.png"/><Relationship Id="rId147" Type="http://schemas.openxmlformats.org/officeDocument/2006/relationships/image" Target="../media/image145.png"/><Relationship Id="rId168" Type="http://schemas.openxmlformats.org/officeDocument/2006/relationships/image" Target="../media/image166.png"/><Relationship Id="rId8" Type="http://schemas.openxmlformats.org/officeDocument/2006/relationships/image" Target="../media/image6.png"/><Relationship Id="rId51" Type="http://schemas.openxmlformats.org/officeDocument/2006/relationships/image" Target="../media/image49.png"/><Relationship Id="rId72" Type="http://schemas.openxmlformats.org/officeDocument/2006/relationships/image" Target="../media/image70.png"/><Relationship Id="rId93" Type="http://schemas.openxmlformats.org/officeDocument/2006/relationships/image" Target="../media/image91.png"/><Relationship Id="rId98" Type="http://schemas.openxmlformats.org/officeDocument/2006/relationships/image" Target="../media/image96.png"/><Relationship Id="rId121" Type="http://schemas.openxmlformats.org/officeDocument/2006/relationships/image" Target="../media/image119.png"/><Relationship Id="rId142" Type="http://schemas.openxmlformats.org/officeDocument/2006/relationships/image" Target="../media/image140.png"/><Relationship Id="rId163" Type="http://schemas.openxmlformats.org/officeDocument/2006/relationships/image" Target="../media/image161.png"/><Relationship Id="rId184" Type="http://schemas.openxmlformats.org/officeDocument/2006/relationships/image" Target="../media/image182.png"/><Relationship Id="rId189" Type="http://schemas.openxmlformats.org/officeDocument/2006/relationships/image" Target="../media/image187.png"/><Relationship Id="rId3" Type="http://schemas.openxmlformats.org/officeDocument/2006/relationships/image" Target="../media/image1.png"/><Relationship Id="rId25" Type="http://schemas.openxmlformats.org/officeDocument/2006/relationships/image" Target="../media/image23.png"/><Relationship Id="rId46" Type="http://schemas.openxmlformats.org/officeDocument/2006/relationships/image" Target="../media/image44.png"/><Relationship Id="rId67" Type="http://schemas.openxmlformats.org/officeDocument/2006/relationships/image" Target="../media/image65.png"/><Relationship Id="rId116" Type="http://schemas.openxmlformats.org/officeDocument/2006/relationships/image" Target="../media/image114.png"/><Relationship Id="rId137" Type="http://schemas.openxmlformats.org/officeDocument/2006/relationships/image" Target="../media/image135.png"/><Relationship Id="rId158" Type="http://schemas.openxmlformats.org/officeDocument/2006/relationships/image" Target="../media/image156.png"/><Relationship Id="rId20" Type="http://schemas.openxmlformats.org/officeDocument/2006/relationships/image" Target="../media/image18.png"/><Relationship Id="rId41" Type="http://schemas.openxmlformats.org/officeDocument/2006/relationships/image" Target="../media/image39.png"/><Relationship Id="rId62" Type="http://schemas.openxmlformats.org/officeDocument/2006/relationships/image" Target="../media/image60.png"/><Relationship Id="rId83" Type="http://schemas.openxmlformats.org/officeDocument/2006/relationships/image" Target="../media/image81.png"/><Relationship Id="rId88" Type="http://schemas.openxmlformats.org/officeDocument/2006/relationships/image" Target="../media/image86.png"/><Relationship Id="rId111" Type="http://schemas.openxmlformats.org/officeDocument/2006/relationships/image" Target="../media/image109.png"/><Relationship Id="rId132" Type="http://schemas.openxmlformats.org/officeDocument/2006/relationships/image" Target="../media/image130.png"/><Relationship Id="rId153" Type="http://schemas.openxmlformats.org/officeDocument/2006/relationships/image" Target="../media/image151.png"/><Relationship Id="rId174" Type="http://schemas.openxmlformats.org/officeDocument/2006/relationships/image" Target="../media/image172.png"/><Relationship Id="rId179" Type="http://schemas.openxmlformats.org/officeDocument/2006/relationships/image" Target="../media/image177.png"/><Relationship Id="rId195" Type="http://schemas.openxmlformats.org/officeDocument/2006/relationships/image" Target="../media/image193.png"/><Relationship Id="rId190" Type="http://schemas.openxmlformats.org/officeDocument/2006/relationships/image" Target="../media/image188.png"/><Relationship Id="rId15" Type="http://schemas.openxmlformats.org/officeDocument/2006/relationships/image" Target="../media/image13.png"/><Relationship Id="rId36" Type="http://schemas.openxmlformats.org/officeDocument/2006/relationships/image" Target="../media/image34.png"/><Relationship Id="rId57" Type="http://schemas.openxmlformats.org/officeDocument/2006/relationships/image" Target="../media/image55.png"/><Relationship Id="rId106" Type="http://schemas.openxmlformats.org/officeDocument/2006/relationships/image" Target="../media/image104.png"/><Relationship Id="rId127" Type="http://schemas.openxmlformats.org/officeDocument/2006/relationships/image" Target="../media/image125.png"/><Relationship Id="rId10" Type="http://schemas.openxmlformats.org/officeDocument/2006/relationships/image" Target="../media/image8.png"/><Relationship Id="rId31" Type="http://schemas.openxmlformats.org/officeDocument/2006/relationships/image" Target="../media/image29.png"/><Relationship Id="rId52" Type="http://schemas.openxmlformats.org/officeDocument/2006/relationships/image" Target="../media/image50.png"/><Relationship Id="rId73" Type="http://schemas.openxmlformats.org/officeDocument/2006/relationships/image" Target="../media/image71.png"/><Relationship Id="rId78" Type="http://schemas.openxmlformats.org/officeDocument/2006/relationships/image" Target="../media/image76.png"/><Relationship Id="rId94" Type="http://schemas.openxmlformats.org/officeDocument/2006/relationships/image" Target="../media/image92.png"/><Relationship Id="rId99" Type="http://schemas.openxmlformats.org/officeDocument/2006/relationships/image" Target="../media/image97.png"/><Relationship Id="rId101" Type="http://schemas.openxmlformats.org/officeDocument/2006/relationships/image" Target="../media/image99.png"/><Relationship Id="rId122" Type="http://schemas.openxmlformats.org/officeDocument/2006/relationships/image" Target="../media/image120.png"/><Relationship Id="rId143" Type="http://schemas.openxmlformats.org/officeDocument/2006/relationships/image" Target="../media/image141.png"/><Relationship Id="rId148" Type="http://schemas.openxmlformats.org/officeDocument/2006/relationships/image" Target="../media/image146.png"/><Relationship Id="rId164" Type="http://schemas.openxmlformats.org/officeDocument/2006/relationships/image" Target="../media/image162.png"/><Relationship Id="rId169" Type="http://schemas.openxmlformats.org/officeDocument/2006/relationships/image" Target="../media/image167.png"/><Relationship Id="rId185" Type="http://schemas.openxmlformats.org/officeDocument/2006/relationships/image" Target="../media/image183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80" Type="http://schemas.openxmlformats.org/officeDocument/2006/relationships/image" Target="../media/image178.png"/><Relationship Id="rId26" Type="http://schemas.openxmlformats.org/officeDocument/2006/relationships/image" Target="../media/image24.png"/><Relationship Id="rId47" Type="http://schemas.openxmlformats.org/officeDocument/2006/relationships/image" Target="../media/image45.png"/><Relationship Id="rId68" Type="http://schemas.openxmlformats.org/officeDocument/2006/relationships/image" Target="../media/image66.png"/><Relationship Id="rId89" Type="http://schemas.openxmlformats.org/officeDocument/2006/relationships/image" Target="../media/image87.png"/><Relationship Id="rId112" Type="http://schemas.openxmlformats.org/officeDocument/2006/relationships/image" Target="../media/image110.png"/><Relationship Id="rId133" Type="http://schemas.openxmlformats.org/officeDocument/2006/relationships/image" Target="../media/image131.png"/><Relationship Id="rId154" Type="http://schemas.openxmlformats.org/officeDocument/2006/relationships/image" Target="../media/image152.png"/><Relationship Id="rId175" Type="http://schemas.openxmlformats.org/officeDocument/2006/relationships/image" Target="../media/image173.png"/><Relationship Id="rId196" Type="http://schemas.openxmlformats.org/officeDocument/2006/relationships/image" Target="../media/image194.png"/><Relationship Id="rId200" Type="http://schemas.openxmlformats.org/officeDocument/2006/relationships/image" Target="../media/image198.png"/><Relationship Id="rId16" Type="http://schemas.openxmlformats.org/officeDocument/2006/relationships/image" Target="../media/image14.png"/><Relationship Id="rId37" Type="http://schemas.openxmlformats.org/officeDocument/2006/relationships/image" Target="../media/image35.png"/><Relationship Id="rId58" Type="http://schemas.openxmlformats.org/officeDocument/2006/relationships/image" Target="../media/image56.png"/><Relationship Id="rId79" Type="http://schemas.openxmlformats.org/officeDocument/2006/relationships/image" Target="../media/image77.png"/><Relationship Id="rId102" Type="http://schemas.openxmlformats.org/officeDocument/2006/relationships/image" Target="../media/image100.png"/><Relationship Id="rId123" Type="http://schemas.openxmlformats.org/officeDocument/2006/relationships/image" Target="../media/image121.png"/><Relationship Id="rId144" Type="http://schemas.openxmlformats.org/officeDocument/2006/relationships/image" Target="../media/image142.png"/><Relationship Id="rId90" Type="http://schemas.openxmlformats.org/officeDocument/2006/relationships/image" Target="../media/image88.png"/><Relationship Id="rId165" Type="http://schemas.openxmlformats.org/officeDocument/2006/relationships/image" Target="../media/image163.png"/><Relationship Id="rId186" Type="http://schemas.openxmlformats.org/officeDocument/2006/relationships/image" Target="../media/image184.png"/><Relationship Id="rId27" Type="http://schemas.openxmlformats.org/officeDocument/2006/relationships/image" Target="../media/image25.png"/><Relationship Id="rId48" Type="http://schemas.openxmlformats.org/officeDocument/2006/relationships/image" Target="../media/image46.png"/><Relationship Id="rId69" Type="http://schemas.openxmlformats.org/officeDocument/2006/relationships/image" Target="../media/image67.png"/><Relationship Id="rId113" Type="http://schemas.openxmlformats.org/officeDocument/2006/relationships/image" Target="../media/image111.png"/><Relationship Id="rId134" Type="http://schemas.openxmlformats.org/officeDocument/2006/relationships/image" Target="../media/image132.png"/><Relationship Id="rId80" Type="http://schemas.openxmlformats.org/officeDocument/2006/relationships/image" Target="../media/image78.png"/><Relationship Id="rId155" Type="http://schemas.openxmlformats.org/officeDocument/2006/relationships/image" Target="../media/image153.png"/><Relationship Id="rId176" Type="http://schemas.openxmlformats.org/officeDocument/2006/relationships/image" Target="../media/image174.png"/><Relationship Id="rId197" Type="http://schemas.openxmlformats.org/officeDocument/2006/relationships/image" Target="../media/image195.png"/><Relationship Id="rId201" Type="http://schemas.openxmlformats.org/officeDocument/2006/relationships/image" Target="../media/image199.png"/><Relationship Id="rId17" Type="http://schemas.openxmlformats.org/officeDocument/2006/relationships/image" Target="../media/image15.png"/><Relationship Id="rId38" Type="http://schemas.openxmlformats.org/officeDocument/2006/relationships/image" Target="../media/image36.png"/><Relationship Id="rId59" Type="http://schemas.openxmlformats.org/officeDocument/2006/relationships/image" Target="../media/image57.png"/><Relationship Id="rId103" Type="http://schemas.openxmlformats.org/officeDocument/2006/relationships/image" Target="../media/image101.png"/><Relationship Id="rId124" Type="http://schemas.openxmlformats.org/officeDocument/2006/relationships/image" Target="../media/image122.png"/><Relationship Id="rId70" Type="http://schemas.openxmlformats.org/officeDocument/2006/relationships/image" Target="../media/image68.png"/><Relationship Id="rId91" Type="http://schemas.openxmlformats.org/officeDocument/2006/relationships/image" Target="../media/image89.png"/><Relationship Id="rId145" Type="http://schemas.openxmlformats.org/officeDocument/2006/relationships/image" Target="../media/image143.png"/><Relationship Id="rId166" Type="http://schemas.openxmlformats.org/officeDocument/2006/relationships/image" Target="../media/image164.png"/><Relationship Id="rId187" Type="http://schemas.openxmlformats.org/officeDocument/2006/relationships/image" Target="../media/image185.png"/><Relationship Id="rId1" Type="http://schemas.openxmlformats.org/officeDocument/2006/relationships/slideLayout" Target="../slideLayouts/slideLayout1.xml"/><Relationship Id="rId28" Type="http://schemas.openxmlformats.org/officeDocument/2006/relationships/image" Target="../media/image26.png"/><Relationship Id="rId49" Type="http://schemas.openxmlformats.org/officeDocument/2006/relationships/image" Target="../media/image47.png"/><Relationship Id="rId114" Type="http://schemas.openxmlformats.org/officeDocument/2006/relationships/image" Target="../media/image112.png"/><Relationship Id="rId60" Type="http://schemas.openxmlformats.org/officeDocument/2006/relationships/image" Target="../media/image58.png"/><Relationship Id="rId81" Type="http://schemas.openxmlformats.org/officeDocument/2006/relationships/image" Target="../media/image79.png"/><Relationship Id="rId135" Type="http://schemas.openxmlformats.org/officeDocument/2006/relationships/image" Target="../media/image133.png"/><Relationship Id="rId156" Type="http://schemas.openxmlformats.org/officeDocument/2006/relationships/image" Target="../media/image154.png"/><Relationship Id="rId177" Type="http://schemas.openxmlformats.org/officeDocument/2006/relationships/image" Target="../media/image175.png"/><Relationship Id="rId198" Type="http://schemas.openxmlformats.org/officeDocument/2006/relationships/image" Target="../media/image196.png"/><Relationship Id="rId202" Type="http://schemas.openxmlformats.org/officeDocument/2006/relationships/image" Target="../media/image200.png"/><Relationship Id="rId18" Type="http://schemas.openxmlformats.org/officeDocument/2006/relationships/image" Target="../media/image16.png"/><Relationship Id="rId39" Type="http://schemas.openxmlformats.org/officeDocument/2006/relationships/image" Target="../media/image37.png"/><Relationship Id="rId50" Type="http://schemas.openxmlformats.org/officeDocument/2006/relationships/image" Target="../media/image48.png"/><Relationship Id="rId104" Type="http://schemas.openxmlformats.org/officeDocument/2006/relationships/image" Target="../media/image102.png"/><Relationship Id="rId125" Type="http://schemas.openxmlformats.org/officeDocument/2006/relationships/image" Target="../media/image123.png"/><Relationship Id="rId146" Type="http://schemas.openxmlformats.org/officeDocument/2006/relationships/image" Target="../media/image144.png"/><Relationship Id="rId167" Type="http://schemas.openxmlformats.org/officeDocument/2006/relationships/image" Target="../media/image165.png"/><Relationship Id="rId188" Type="http://schemas.openxmlformats.org/officeDocument/2006/relationships/image" Target="../media/image186.png"/><Relationship Id="rId71" Type="http://schemas.openxmlformats.org/officeDocument/2006/relationships/image" Target="../media/image69.png"/><Relationship Id="rId92" Type="http://schemas.openxmlformats.org/officeDocument/2006/relationships/image" Target="../media/image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8678" y="1565453"/>
            <a:ext cx="363017" cy="5271516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3877" y="571500"/>
            <a:ext cx="4660697" cy="1027786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1269" y="571500"/>
            <a:ext cx="309982" cy="1737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56" y="572414"/>
            <a:ext cx="124358" cy="2595982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4806" y="3083357"/>
            <a:ext cx="876910" cy="8869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11603" y="572414"/>
            <a:ext cx="3703320" cy="2595982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99793" y="3082442"/>
            <a:ext cx="328270" cy="88697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4572" y="571500"/>
            <a:ext cx="2019910" cy="5041087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99793" y="3162910"/>
            <a:ext cx="328270" cy="88697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10689" y="3162910"/>
            <a:ext cx="3703320" cy="24542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48856" y="3160166"/>
            <a:ext cx="1887322" cy="24542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22462" y="3844138"/>
            <a:ext cx="3189427" cy="1045159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881714" y="3854196"/>
            <a:ext cx="283464" cy="21177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729777" y="5073091"/>
            <a:ext cx="3172054" cy="912571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095598" y="5606186"/>
            <a:ext cx="4651553" cy="407822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729777" y="5997550"/>
            <a:ext cx="17374" cy="43434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21715" y="5604358"/>
            <a:ext cx="7823606" cy="859536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30691" y="6443777"/>
            <a:ext cx="79553" cy="398678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51269" y="571500"/>
            <a:ext cx="309982" cy="17374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999793" y="3145536"/>
            <a:ext cx="17374" cy="43891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994806" y="3142793"/>
            <a:ext cx="17374" cy="53035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311603" y="3152851"/>
            <a:ext cx="17374" cy="26518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20710" y="1565453"/>
            <a:ext cx="17374" cy="2303374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849770" y="3152851"/>
            <a:ext cx="17374" cy="26518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423453" y="1565453"/>
            <a:ext cx="3482035" cy="1054303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884457" y="5955487"/>
            <a:ext cx="17374" cy="26518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3542" y="1598371"/>
            <a:ext cx="274320" cy="2276856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423453" y="2801722"/>
            <a:ext cx="3482035" cy="1045159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883542" y="3911803"/>
            <a:ext cx="17374" cy="87691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722462" y="3832250"/>
            <a:ext cx="26518" cy="26518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729777" y="6412687"/>
            <a:ext cx="17374" cy="43891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729777" y="5965546"/>
            <a:ext cx="17374" cy="53035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955841" y="576072"/>
            <a:ext cx="300838" cy="9144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0" y="576072"/>
            <a:ext cx="2011680" cy="5032858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2315261" y="576986"/>
            <a:ext cx="3695090" cy="5032858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853428" y="576072"/>
            <a:ext cx="1585570" cy="5032858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729777" y="576072"/>
            <a:ext cx="3172054" cy="2038198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425282" y="1507846"/>
            <a:ext cx="319126" cy="159106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1883542" y="1570025"/>
            <a:ext cx="300838" cy="4483303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427110" y="1592885"/>
            <a:ext cx="3729838" cy="2250338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8727034" y="2806294"/>
            <a:ext cx="3172054" cy="2072945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2003450" y="3087014"/>
            <a:ext cx="319126" cy="159106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5999378" y="3087014"/>
            <a:ext cx="868680" cy="159106"/>
          </a:xfrm>
          <a:prstGeom prst="rect">
            <a:avLst/>
          </a:prstGeom>
        </p:spPr>
      </p:pic>
      <p:pic>
        <p:nvPicPr>
          <p:cNvPr id="46" name="Image 44" descr="preencoded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8425282" y="3765499"/>
            <a:ext cx="319126" cy="159106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1887200" y="3916375"/>
            <a:ext cx="17374" cy="868680"/>
          </a:xfrm>
          <a:prstGeom prst="rect">
            <a:avLst/>
          </a:prstGeom>
        </p:spPr>
      </p:pic>
      <p:pic>
        <p:nvPicPr>
          <p:cNvPr id="48" name="Image 46" descr="preencoded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8734349" y="5076749"/>
            <a:ext cx="3162910" cy="1754734"/>
          </a:xfrm>
          <a:prstGeom prst="rect">
            <a:avLst/>
          </a:prstGeom>
        </p:spPr>
      </p:pic>
      <p:pic>
        <p:nvPicPr>
          <p:cNvPr id="49" name="Image 47" descr="preencoded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925373" y="5608930"/>
            <a:ext cx="7814462" cy="850392"/>
          </a:xfrm>
          <a:prstGeom prst="rect">
            <a:avLst/>
          </a:prstGeom>
        </p:spPr>
      </p:pic>
      <p:pic>
        <p:nvPicPr>
          <p:cNvPr id="50" name="Image 48" descr="preencoded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4100170" y="5610758"/>
            <a:ext cx="4642409" cy="398678"/>
          </a:xfrm>
          <a:prstGeom prst="rect">
            <a:avLst/>
          </a:prstGeom>
        </p:spPr>
      </p:pic>
      <p:pic>
        <p:nvPicPr>
          <p:cNvPr id="51" name="Image 49" descr="preencoded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6889090" y="609905"/>
            <a:ext cx="1515161" cy="4970678"/>
          </a:xfrm>
          <a:prstGeom prst="rect">
            <a:avLst/>
          </a:prstGeom>
        </p:spPr>
      </p:pic>
      <p:pic>
        <p:nvPicPr>
          <p:cNvPr id="52" name="Image 50" descr="preencoded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35662" y="611734"/>
            <a:ext cx="1940357" cy="4961534"/>
          </a:xfrm>
          <a:prstGeom prst="rect">
            <a:avLst/>
          </a:prstGeom>
        </p:spPr>
      </p:pic>
      <p:pic>
        <p:nvPicPr>
          <p:cNvPr id="53" name="Image 51" descr="preencoded.png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2351837" y="610819"/>
            <a:ext cx="3623767" cy="4961534"/>
          </a:xfrm>
          <a:prstGeom prst="rect">
            <a:avLst/>
          </a:prstGeom>
        </p:spPr>
      </p:pic>
      <p:pic>
        <p:nvPicPr>
          <p:cNvPr id="54" name="Image 52" descr="preencoded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8777081" y="611734"/>
            <a:ext cx="3092501" cy="1966874"/>
          </a:xfrm>
          <a:prstGeom prst="rect">
            <a:avLst/>
          </a:prstGeom>
        </p:spPr>
      </p:pic>
      <p:pic>
        <p:nvPicPr>
          <p:cNvPr id="55" name="Image 53" descr="preencoded.png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8768182" y="2841041"/>
            <a:ext cx="3092501" cy="2002536"/>
          </a:xfrm>
          <a:prstGeom prst="rect">
            <a:avLst/>
          </a:prstGeom>
        </p:spPr>
      </p:pic>
      <p:pic>
        <p:nvPicPr>
          <p:cNvPr id="56" name="Image 54" descr="preencoded.png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10942625" y="2839212"/>
            <a:ext cx="79553" cy="9144"/>
          </a:xfrm>
          <a:prstGeom prst="rect">
            <a:avLst/>
          </a:prstGeom>
        </p:spPr>
      </p:pic>
      <p:pic>
        <p:nvPicPr>
          <p:cNvPr id="57" name="Image 55" descr="preencoded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8770010" y="5112410"/>
            <a:ext cx="3092501" cy="1709928"/>
          </a:xfrm>
          <a:prstGeom prst="rect">
            <a:avLst/>
          </a:prstGeom>
        </p:spPr>
      </p:pic>
      <p:pic>
        <p:nvPicPr>
          <p:cNvPr id="58" name="Image 56" descr="preencoded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5073091" y="2841041"/>
            <a:ext cx="43891" cy="17374"/>
          </a:xfrm>
          <a:prstGeom prst="rect">
            <a:avLst/>
          </a:prstGeom>
        </p:spPr>
      </p:pic>
      <p:pic>
        <p:nvPicPr>
          <p:cNvPr id="59" name="Image 57" descr="preencoded.png"/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4637837" y="2077517"/>
            <a:ext cx="17374" cy="53035"/>
          </a:xfrm>
          <a:prstGeom prst="rect">
            <a:avLst/>
          </a:prstGeom>
        </p:spPr>
      </p:pic>
      <p:pic>
        <p:nvPicPr>
          <p:cNvPr id="60" name="Image 58" descr="preencoded.png"/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5233111" y="3883457"/>
            <a:ext cx="43891" cy="17374"/>
          </a:xfrm>
          <a:prstGeom prst="rect">
            <a:avLst/>
          </a:prstGeom>
        </p:spPr>
      </p:pic>
      <p:pic>
        <p:nvPicPr>
          <p:cNvPr id="77" name="Image 75" descr="preencoded.png"/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2722169" y="1133856"/>
            <a:ext cx="3021178" cy="2764231"/>
          </a:xfrm>
          <a:prstGeom prst="rect">
            <a:avLst/>
          </a:prstGeom>
        </p:spPr>
      </p:pic>
      <p:pic>
        <p:nvPicPr>
          <p:cNvPr id="78" name="Image 76" descr="preencoded.png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96596" y="1172261"/>
            <a:ext cx="381305" cy="381305"/>
          </a:xfrm>
          <a:prstGeom prst="rect">
            <a:avLst/>
          </a:prstGeom>
        </p:spPr>
      </p:pic>
      <p:pic>
        <p:nvPicPr>
          <p:cNvPr id="79" name="Image 77" descr="preencoded.png"/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9249156" y="1354226"/>
            <a:ext cx="531266" cy="1001268"/>
          </a:xfrm>
          <a:prstGeom prst="rect">
            <a:avLst/>
          </a:prstGeom>
        </p:spPr>
      </p:pic>
      <p:pic>
        <p:nvPicPr>
          <p:cNvPr id="80" name="Image 78" descr="preencoded.png"/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7418527" y="1410005"/>
            <a:ext cx="451714" cy="159106"/>
          </a:xfrm>
          <a:prstGeom prst="rect">
            <a:avLst/>
          </a:prstGeom>
        </p:spPr>
      </p:pic>
      <p:pic>
        <p:nvPicPr>
          <p:cNvPr id="82" name="Image 80" descr="preencoded.png"/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7820863" y="1520647"/>
            <a:ext cx="150876" cy="221285"/>
          </a:xfrm>
          <a:prstGeom prst="rect">
            <a:avLst/>
          </a:prstGeom>
        </p:spPr>
      </p:pic>
      <p:pic>
        <p:nvPicPr>
          <p:cNvPr id="83" name="Image 81" descr="preencoded.png"/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7317029" y="1520647"/>
            <a:ext cx="150876" cy="221285"/>
          </a:xfrm>
          <a:prstGeom prst="rect">
            <a:avLst/>
          </a:prstGeom>
        </p:spPr>
      </p:pic>
      <p:pic>
        <p:nvPicPr>
          <p:cNvPr id="84" name="Image 82" descr="preencoded.png"/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7605979" y="1540764"/>
            <a:ext cx="230429" cy="213055"/>
          </a:xfrm>
          <a:prstGeom prst="rect">
            <a:avLst/>
          </a:prstGeom>
        </p:spPr>
      </p:pic>
      <p:sp>
        <p:nvSpPr>
          <p:cNvPr id="87" name="Shape 0"/>
          <p:cNvSpPr/>
          <p:nvPr/>
        </p:nvSpPr>
        <p:spPr>
          <a:xfrm rot="-138000">
            <a:off x="219456" y="1869948"/>
            <a:ext cx="27432" cy="51206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88" name="Shape 1"/>
          <p:cNvSpPr/>
          <p:nvPr/>
        </p:nvSpPr>
        <p:spPr>
          <a:xfrm rot="-2586000">
            <a:off x="152705" y="1899209"/>
            <a:ext cx="29261" cy="47549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89" name="Shape 2"/>
          <p:cNvSpPr/>
          <p:nvPr/>
        </p:nvSpPr>
        <p:spPr>
          <a:xfrm rot="2676000">
            <a:off x="284378" y="1900123"/>
            <a:ext cx="29261" cy="48463"/>
          </a:xfrm>
          <a:prstGeom prst="roundRect">
            <a:avLst/>
          </a:prstGeom>
          <a:solidFill>
            <a:srgbClr val="000000"/>
          </a:solidFill>
          <a:ln/>
        </p:spPr>
      </p:sp>
      <p:pic>
        <p:nvPicPr>
          <p:cNvPr id="90" name="Image 85" descr="preencoded.png"/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170993" y="1927555"/>
            <a:ext cx="124358" cy="124358"/>
          </a:xfrm>
          <a:prstGeom prst="rect">
            <a:avLst/>
          </a:prstGeom>
        </p:spPr>
      </p:pic>
      <p:sp>
        <p:nvSpPr>
          <p:cNvPr id="91" name="Shape 3"/>
          <p:cNvSpPr/>
          <p:nvPr/>
        </p:nvSpPr>
        <p:spPr>
          <a:xfrm rot="198000">
            <a:off x="302666" y="1973275"/>
            <a:ext cx="42977" cy="22860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92" name="Shape 4"/>
          <p:cNvSpPr/>
          <p:nvPr/>
        </p:nvSpPr>
        <p:spPr>
          <a:xfrm rot="348000">
            <a:off x="117043" y="1976933"/>
            <a:ext cx="48463" cy="26518"/>
          </a:xfrm>
          <a:prstGeom prst="roundRect">
            <a:avLst/>
          </a:prstGeom>
          <a:solidFill>
            <a:srgbClr val="000000"/>
          </a:solidFill>
          <a:ln/>
        </p:spPr>
      </p:sp>
      <p:pic>
        <p:nvPicPr>
          <p:cNvPr id="93" name="Image 86" descr="preencoded.png"/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177394" y="2011680"/>
            <a:ext cx="470002" cy="381305"/>
          </a:xfrm>
          <a:prstGeom prst="rect">
            <a:avLst/>
          </a:prstGeom>
        </p:spPr>
      </p:pic>
      <p:pic>
        <p:nvPicPr>
          <p:cNvPr id="94" name="Image 87" descr="preencoded.png"/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4053535" y="2022653"/>
            <a:ext cx="602590" cy="159106"/>
          </a:xfrm>
          <a:prstGeom prst="rect">
            <a:avLst/>
          </a:prstGeom>
        </p:spPr>
      </p:pic>
      <p:pic>
        <p:nvPicPr>
          <p:cNvPr id="95" name="Image 88" descr="preencoded.png"/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142646" y="2029054"/>
            <a:ext cx="43891" cy="43891"/>
          </a:xfrm>
          <a:prstGeom prst="rect">
            <a:avLst/>
          </a:prstGeom>
        </p:spPr>
      </p:pic>
      <p:pic>
        <p:nvPicPr>
          <p:cNvPr id="97" name="Image 90" descr="preencoded.png"/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7418527" y="2484425"/>
            <a:ext cx="451714" cy="159106"/>
          </a:xfrm>
          <a:prstGeom prst="rect">
            <a:avLst/>
          </a:prstGeom>
        </p:spPr>
      </p:pic>
      <p:pic>
        <p:nvPicPr>
          <p:cNvPr id="98" name="Image 91" descr="preencoded.png"/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7605979" y="2560320"/>
            <a:ext cx="363017" cy="266090"/>
          </a:xfrm>
          <a:prstGeom prst="rect">
            <a:avLst/>
          </a:prstGeom>
        </p:spPr>
      </p:pic>
      <p:pic>
        <p:nvPicPr>
          <p:cNvPr id="99" name="Image 92" descr="preencoded.png"/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7315200" y="2594153"/>
            <a:ext cx="150876" cy="221285"/>
          </a:xfrm>
          <a:prstGeom prst="rect">
            <a:avLst/>
          </a:prstGeom>
        </p:spPr>
      </p:pic>
      <p:pic>
        <p:nvPicPr>
          <p:cNvPr id="100" name="Image 93" descr="preencoded.png"/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151790" y="2671877"/>
            <a:ext cx="470002" cy="407822"/>
          </a:xfrm>
          <a:prstGeom prst="rect">
            <a:avLst/>
          </a:prstGeom>
        </p:spPr>
      </p:pic>
      <p:pic>
        <p:nvPicPr>
          <p:cNvPr id="101" name="Image 94" descr="preencoded.png"/>
          <p:cNvPicPr>
            <a:picLocks noChangeAspect="1"/>
          </p:cNvPicPr>
          <p:nvPr/>
        </p:nvPicPr>
        <p:blipFill>
          <a:blip r:embed="rId76"/>
          <a:stretch>
            <a:fillRect/>
          </a:stretch>
        </p:blipFill>
        <p:spPr>
          <a:xfrm>
            <a:off x="2449678" y="2716682"/>
            <a:ext cx="3411626" cy="2773375"/>
          </a:xfrm>
          <a:prstGeom prst="rect">
            <a:avLst/>
          </a:prstGeom>
        </p:spPr>
      </p:pic>
      <p:pic>
        <p:nvPicPr>
          <p:cNvPr id="102" name="Image 95" descr="preencoded.png"/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5019142" y="2845613"/>
            <a:ext cx="309982" cy="1054303"/>
          </a:xfrm>
          <a:prstGeom prst="rect">
            <a:avLst/>
          </a:prstGeom>
        </p:spPr>
      </p:pic>
      <p:pic>
        <p:nvPicPr>
          <p:cNvPr id="103" name="Image 96" descr="preencoded.png"/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165506" y="3369564"/>
            <a:ext cx="434340" cy="434340"/>
          </a:xfrm>
          <a:prstGeom prst="rect">
            <a:avLst/>
          </a:prstGeom>
        </p:spPr>
      </p:pic>
      <p:pic>
        <p:nvPicPr>
          <p:cNvPr id="104" name="Image 97" descr="preencoded.png"/>
          <p:cNvPicPr>
            <a:picLocks noChangeAspect="1"/>
          </p:cNvPicPr>
          <p:nvPr/>
        </p:nvPicPr>
        <p:blipFill>
          <a:blip r:embed="rId79"/>
          <a:stretch>
            <a:fillRect/>
          </a:stretch>
        </p:blipFill>
        <p:spPr>
          <a:xfrm>
            <a:off x="9810598" y="3530498"/>
            <a:ext cx="266090" cy="266090"/>
          </a:xfrm>
          <a:prstGeom prst="rect">
            <a:avLst/>
          </a:prstGeom>
        </p:spPr>
      </p:pic>
      <p:pic>
        <p:nvPicPr>
          <p:cNvPr id="105" name="Image 98" descr="preencoded.png"/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7383780" y="3559759"/>
            <a:ext cx="523037" cy="523037"/>
          </a:xfrm>
          <a:prstGeom prst="rect">
            <a:avLst/>
          </a:prstGeom>
        </p:spPr>
      </p:pic>
      <p:pic>
        <p:nvPicPr>
          <p:cNvPr id="106" name="Image 99" descr="preencoded.png"/>
          <p:cNvPicPr>
            <a:picLocks noChangeAspect="1"/>
          </p:cNvPicPr>
          <p:nvPr/>
        </p:nvPicPr>
        <p:blipFill>
          <a:blip r:embed="rId81"/>
          <a:stretch>
            <a:fillRect/>
          </a:stretch>
        </p:blipFill>
        <p:spPr>
          <a:xfrm>
            <a:off x="8839505" y="3571646"/>
            <a:ext cx="912571" cy="1045159"/>
          </a:xfrm>
          <a:prstGeom prst="rect">
            <a:avLst/>
          </a:prstGeom>
        </p:spPr>
      </p:pic>
      <p:pic>
        <p:nvPicPr>
          <p:cNvPr id="107" name="Image 100" descr="preencoded.png"/>
          <p:cNvPicPr>
            <a:picLocks noChangeAspect="1"/>
          </p:cNvPicPr>
          <p:nvPr/>
        </p:nvPicPr>
        <p:blipFill>
          <a:blip r:embed="rId82"/>
          <a:stretch>
            <a:fillRect/>
          </a:stretch>
        </p:blipFill>
        <p:spPr>
          <a:xfrm>
            <a:off x="7493508" y="3683203"/>
            <a:ext cx="416052" cy="398678"/>
          </a:xfrm>
          <a:prstGeom prst="rect">
            <a:avLst/>
          </a:prstGeom>
        </p:spPr>
      </p:pic>
      <p:pic>
        <p:nvPicPr>
          <p:cNvPr id="108" name="Image 101" descr="preencoded.png"/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9808769" y="3930091"/>
            <a:ext cx="274320" cy="274320"/>
          </a:xfrm>
          <a:prstGeom prst="rect">
            <a:avLst/>
          </a:prstGeom>
        </p:spPr>
      </p:pic>
      <p:pic>
        <p:nvPicPr>
          <p:cNvPr id="109" name="Image 102" descr="preencoded.png"/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150876" y="4239158"/>
            <a:ext cx="470002" cy="266090"/>
          </a:xfrm>
          <a:prstGeom prst="rect">
            <a:avLst/>
          </a:prstGeom>
        </p:spPr>
      </p:pic>
      <p:pic>
        <p:nvPicPr>
          <p:cNvPr id="110" name="Image 103" descr="preencoded.png"/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9900209" y="4351630"/>
            <a:ext cx="88697" cy="150876"/>
          </a:xfrm>
          <a:prstGeom prst="rect">
            <a:avLst/>
          </a:prstGeom>
        </p:spPr>
      </p:pic>
      <p:pic>
        <p:nvPicPr>
          <p:cNvPr id="111" name="Image 104" descr="preencoded.png"/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9782251" y="4463186"/>
            <a:ext cx="319126" cy="213055"/>
          </a:xfrm>
          <a:prstGeom prst="rect">
            <a:avLst/>
          </a:prstGeom>
        </p:spPr>
      </p:pic>
      <p:pic>
        <p:nvPicPr>
          <p:cNvPr id="119" name="Image 110" descr="preencoded.png"/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157277" y="4905756"/>
            <a:ext cx="460858" cy="434340"/>
          </a:xfrm>
          <a:prstGeom prst="rect">
            <a:avLst/>
          </a:prstGeom>
        </p:spPr>
      </p:pic>
      <p:sp>
        <p:nvSpPr>
          <p:cNvPr id="120" name="Shape 7"/>
          <p:cNvSpPr/>
          <p:nvPr/>
        </p:nvSpPr>
        <p:spPr>
          <a:xfrm rot="-10788000">
            <a:off x="314554" y="5119726"/>
            <a:ext cx="32004" cy="21946"/>
          </a:xfrm>
          <a:prstGeom prst="ellipse">
            <a:avLst/>
          </a:prstGeom>
          <a:solidFill>
            <a:srgbClr val="000000"/>
          </a:solidFill>
          <a:ln/>
        </p:spPr>
      </p:sp>
      <p:pic>
        <p:nvPicPr>
          <p:cNvPr id="121" name="Image 111" descr="preencoded.png"/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356616" y="5116982"/>
            <a:ext cx="71323" cy="26518"/>
          </a:xfrm>
          <a:prstGeom prst="rect">
            <a:avLst/>
          </a:prstGeom>
        </p:spPr>
      </p:pic>
      <p:pic>
        <p:nvPicPr>
          <p:cNvPr id="122" name="Image 112" descr="preencoded.png"/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470916" y="5117897"/>
            <a:ext cx="79553" cy="26518"/>
          </a:xfrm>
          <a:prstGeom prst="rect">
            <a:avLst/>
          </a:prstGeom>
        </p:spPr>
      </p:pic>
      <p:sp>
        <p:nvSpPr>
          <p:cNvPr id="123" name="Shape 8"/>
          <p:cNvSpPr/>
          <p:nvPr/>
        </p:nvSpPr>
        <p:spPr>
          <a:xfrm rot="-10356000">
            <a:off x="553212" y="5119726"/>
            <a:ext cx="31090" cy="2377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4" name="Shape 9"/>
          <p:cNvSpPr/>
          <p:nvPr/>
        </p:nvSpPr>
        <p:spPr>
          <a:xfrm rot="-10152000">
            <a:off x="591617" y="5118811"/>
            <a:ext cx="27432" cy="2377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5" name="Shape 10"/>
          <p:cNvSpPr/>
          <p:nvPr/>
        </p:nvSpPr>
        <p:spPr>
          <a:xfrm rot="-10800000">
            <a:off x="9027871" y="5519318"/>
            <a:ext cx="213055" cy="83210"/>
          </a:xfrm>
          <a:prstGeom prst="ellipse">
            <a:avLst/>
          </a:prstGeom>
          <a:solidFill>
            <a:srgbClr val="000000"/>
          </a:solidFill>
          <a:ln/>
        </p:spPr>
      </p:sp>
      <p:pic>
        <p:nvPicPr>
          <p:cNvPr id="126" name="Image 113" descr="preencoded.png"/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9026957" y="5583326"/>
            <a:ext cx="213055" cy="115214"/>
          </a:xfrm>
          <a:prstGeom prst="rect">
            <a:avLst/>
          </a:prstGeom>
        </p:spPr>
      </p:pic>
      <p:sp>
        <p:nvSpPr>
          <p:cNvPr id="127" name="Shape 11"/>
          <p:cNvSpPr/>
          <p:nvPr/>
        </p:nvSpPr>
        <p:spPr>
          <a:xfrm rot="-10788000">
            <a:off x="8905342" y="5650992"/>
            <a:ext cx="210312" cy="86868"/>
          </a:xfrm>
          <a:prstGeom prst="ellipse">
            <a:avLst/>
          </a:prstGeom>
          <a:solidFill>
            <a:srgbClr val="000000"/>
          </a:solidFill>
          <a:ln/>
        </p:spPr>
      </p:sp>
      <p:pic>
        <p:nvPicPr>
          <p:cNvPr id="128" name="Image 114" descr="preencoded.png"/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9124798" y="5682082"/>
            <a:ext cx="115214" cy="62179"/>
          </a:xfrm>
          <a:prstGeom prst="rect">
            <a:avLst/>
          </a:prstGeom>
        </p:spPr>
      </p:pic>
      <p:pic>
        <p:nvPicPr>
          <p:cNvPr id="129" name="Image 115" descr="preencoded.png"/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8883396" y="5722315"/>
            <a:ext cx="381305" cy="585216"/>
          </a:xfrm>
          <a:prstGeom prst="rect">
            <a:avLst/>
          </a:prstGeom>
        </p:spPr>
      </p:pic>
      <p:pic>
        <p:nvPicPr>
          <p:cNvPr id="130" name="Image 116" descr="preencoded.png"/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8871509" y="6477610"/>
            <a:ext cx="398678" cy="230429"/>
          </a:xfrm>
          <a:prstGeom prst="rect">
            <a:avLst/>
          </a:prstGeom>
        </p:spPr>
      </p:pic>
      <p:pic>
        <p:nvPicPr>
          <p:cNvPr id="132" name="Image 118" descr="preencoded.png"/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2757830" y="1169518"/>
            <a:ext cx="1267358" cy="1550822"/>
          </a:xfrm>
          <a:prstGeom prst="rect">
            <a:avLst/>
          </a:prstGeom>
        </p:spPr>
      </p:pic>
      <p:pic>
        <p:nvPicPr>
          <p:cNvPr id="133" name="Image 119" descr="preencoded.png"/>
          <p:cNvPicPr>
            <a:picLocks noChangeAspect="1"/>
          </p:cNvPicPr>
          <p:nvPr/>
        </p:nvPicPr>
        <p:blipFill>
          <a:blip r:embed="rId95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379690" y="812020"/>
            <a:ext cx="1448988" cy="315010"/>
          </a:xfrm>
          <a:prstGeom prst="rect">
            <a:avLst/>
          </a:prstGeom>
        </p:spPr>
      </p:pic>
      <p:pic>
        <p:nvPicPr>
          <p:cNvPr id="134" name="Image 120" descr="preencoded.png"/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226771" y="1202436"/>
            <a:ext cx="319126" cy="319126"/>
          </a:xfrm>
          <a:prstGeom prst="rect">
            <a:avLst/>
          </a:prstGeom>
        </p:spPr>
      </p:pic>
      <p:pic>
        <p:nvPicPr>
          <p:cNvPr id="135" name="Image 121" descr="preencoded.png"/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4678985" y="1381658"/>
            <a:ext cx="929945" cy="1435608"/>
          </a:xfrm>
          <a:prstGeom prst="rect">
            <a:avLst/>
          </a:prstGeom>
        </p:spPr>
      </p:pic>
      <p:pic>
        <p:nvPicPr>
          <p:cNvPr id="136" name="Image 122" descr="preencoded.png"/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9292133" y="1468526"/>
            <a:ext cx="442570" cy="842162"/>
          </a:xfrm>
          <a:prstGeom prst="rect">
            <a:avLst/>
          </a:prstGeom>
        </p:spPr>
      </p:pic>
      <p:pic>
        <p:nvPicPr>
          <p:cNvPr id="138" name="Image 124" descr="preencoded.png"/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202082" y="2034540"/>
            <a:ext cx="416052" cy="239573"/>
          </a:xfrm>
          <a:prstGeom prst="rect">
            <a:avLst/>
          </a:prstGeom>
        </p:spPr>
      </p:pic>
      <p:pic>
        <p:nvPicPr>
          <p:cNvPr id="140" name="Image 126" descr="preencoded.png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20954" y="2833726"/>
            <a:ext cx="132588" cy="213055"/>
          </a:xfrm>
          <a:prstGeom prst="rect">
            <a:avLst/>
          </a:prstGeom>
        </p:spPr>
      </p:pic>
      <p:sp>
        <p:nvSpPr>
          <p:cNvPr id="141" name="Shape 12"/>
          <p:cNvSpPr/>
          <p:nvPr/>
        </p:nvSpPr>
        <p:spPr>
          <a:xfrm>
            <a:off x="486461" y="3417113"/>
            <a:ext cx="66751" cy="66751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142" name="Image 127" descr="preencoded.png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278892" y="3507638"/>
            <a:ext cx="203911" cy="194767"/>
          </a:xfrm>
          <a:prstGeom prst="rect">
            <a:avLst/>
          </a:prstGeom>
        </p:spPr>
      </p:pic>
      <p:pic>
        <p:nvPicPr>
          <p:cNvPr id="143" name="Image 128" descr="preencoded.png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9832543" y="3553358"/>
            <a:ext cx="221285" cy="221285"/>
          </a:xfrm>
          <a:prstGeom prst="rect">
            <a:avLst/>
          </a:prstGeom>
        </p:spPr>
      </p:pic>
      <p:sp>
        <p:nvSpPr>
          <p:cNvPr id="144" name="Shape 13"/>
          <p:cNvSpPr/>
          <p:nvPr/>
        </p:nvSpPr>
        <p:spPr>
          <a:xfrm rot="-6000">
            <a:off x="7733081" y="3578962"/>
            <a:ext cx="150876" cy="150876"/>
          </a:xfrm>
          <a:prstGeom prst="roundRect">
            <a:avLst/>
          </a:prstGeom>
          <a:solidFill>
            <a:srgbClr val="FFE7DE"/>
          </a:solidFill>
          <a:ln/>
        </p:spPr>
      </p:sp>
      <p:pic>
        <p:nvPicPr>
          <p:cNvPr id="145" name="Image 129" descr="preencoded.png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2486254" y="3678631"/>
            <a:ext cx="1666037" cy="1293876"/>
          </a:xfrm>
          <a:prstGeom prst="rect">
            <a:avLst/>
          </a:prstGeom>
        </p:spPr>
      </p:pic>
      <p:sp>
        <p:nvSpPr>
          <p:cNvPr id="146" name="Shape 14"/>
          <p:cNvSpPr/>
          <p:nvPr/>
        </p:nvSpPr>
        <p:spPr>
          <a:xfrm rot="-6000">
            <a:off x="7403897" y="3906317"/>
            <a:ext cx="152705" cy="152705"/>
          </a:xfrm>
          <a:prstGeom prst="roundRect">
            <a:avLst/>
          </a:prstGeom>
          <a:solidFill>
            <a:srgbClr val="FFE7DE"/>
          </a:solidFill>
          <a:ln/>
        </p:spPr>
      </p:sp>
      <p:pic>
        <p:nvPicPr>
          <p:cNvPr id="147" name="Image 130" descr="preencoded.png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538167" y="3923690"/>
            <a:ext cx="1284732" cy="1346911"/>
          </a:xfrm>
          <a:prstGeom prst="rect">
            <a:avLst/>
          </a:prstGeom>
        </p:spPr>
      </p:pic>
      <p:pic>
        <p:nvPicPr>
          <p:cNvPr id="148" name="Image 131" descr="preencoded.png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8854135" y="3943807"/>
            <a:ext cx="247802" cy="247802"/>
          </a:xfrm>
          <a:prstGeom prst="rect">
            <a:avLst/>
          </a:prstGeom>
        </p:spPr>
      </p:pic>
      <p:pic>
        <p:nvPicPr>
          <p:cNvPr id="149" name="Image 132" descr="preencoded.png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830714" y="3952037"/>
            <a:ext cx="230429" cy="230429"/>
          </a:xfrm>
          <a:prstGeom prst="rect">
            <a:avLst/>
          </a:prstGeom>
        </p:spPr>
      </p:pic>
      <p:pic>
        <p:nvPicPr>
          <p:cNvPr id="150" name="Image 133" descr="preencoded.png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9214409" y="3982212"/>
            <a:ext cx="266090" cy="168250"/>
          </a:xfrm>
          <a:prstGeom prst="rect">
            <a:avLst/>
          </a:prstGeom>
        </p:spPr>
      </p:pic>
      <p:pic>
        <p:nvPicPr>
          <p:cNvPr id="151" name="Image 134" descr="preencoded.png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18120" y="3984955"/>
            <a:ext cx="53035" cy="62179"/>
          </a:xfrm>
          <a:prstGeom prst="rect">
            <a:avLst/>
          </a:prstGeom>
        </p:spPr>
      </p:pic>
      <p:sp>
        <p:nvSpPr>
          <p:cNvPr id="152" name="Shape 15"/>
          <p:cNvSpPr/>
          <p:nvPr/>
        </p:nvSpPr>
        <p:spPr>
          <a:xfrm rot="-5424000">
            <a:off x="9281160" y="4034333"/>
            <a:ext cx="128016" cy="65837"/>
          </a:xfrm>
          <a:prstGeom prst="ellipse">
            <a:avLst/>
          </a:prstGeom>
          <a:solidFill>
            <a:srgbClr val="FFE7DE"/>
          </a:solidFill>
          <a:ln/>
        </p:spPr>
      </p:sp>
      <p:pic>
        <p:nvPicPr>
          <p:cNvPr id="153" name="Image 135" descr="preencoded.png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7824521" y="4031590"/>
            <a:ext cx="26518" cy="17374"/>
          </a:xfrm>
          <a:prstGeom prst="rect">
            <a:avLst/>
          </a:prstGeom>
        </p:spPr>
      </p:pic>
      <p:pic>
        <p:nvPicPr>
          <p:cNvPr id="154" name="Image 136" descr="preencoded.png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182880" y="4270248"/>
            <a:ext cx="381305" cy="203911"/>
          </a:xfrm>
          <a:prstGeom prst="rect">
            <a:avLst/>
          </a:prstGeom>
        </p:spPr>
      </p:pic>
      <p:pic>
        <p:nvPicPr>
          <p:cNvPr id="155" name="Image 137" descr="preencoded.png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10247681" y="4565599"/>
            <a:ext cx="53035" cy="62179"/>
          </a:xfrm>
          <a:prstGeom prst="rect">
            <a:avLst/>
          </a:prstGeom>
        </p:spPr>
      </p:pic>
      <p:sp>
        <p:nvSpPr>
          <p:cNvPr id="156" name="Shape 16"/>
          <p:cNvSpPr/>
          <p:nvPr/>
        </p:nvSpPr>
        <p:spPr>
          <a:xfrm rot="-5370000">
            <a:off x="10315346" y="4664354"/>
            <a:ext cx="55778" cy="39319"/>
          </a:xfrm>
          <a:prstGeom prst="ellipse">
            <a:avLst/>
          </a:prstGeom>
          <a:solidFill>
            <a:srgbClr val="FFE7DE"/>
          </a:solidFill>
          <a:ln/>
        </p:spPr>
      </p:sp>
      <p:pic>
        <p:nvPicPr>
          <p:cNvPr id="158" name="Image 138" descr="preencoded.png"/>
          <p:cNvPicPr>
            <a:picLocks noChangeAspect="1"/>
          </p:cNvPicPr>
          <p:nvPr/>
        </p:nvPicPr>
        <p:blipFill>
          <a:blip r:embed="rId112"/>
          <a:stretch>
            <a:fillRect/>
          </a:stretch>
        </p:blipFill>
        <p:spPr>
          <a:xfrm>
            <a:off x="9047988" y="6059729"/>
            <a:ext cx="53035" cy="132588"/>
          </a:xfrm>
          <a:prstGeom prst="rect">
            <a:avLst/>
          </a:prstGeom>
        </p:spPr>
      </p:pic>
      <p:sp>
        <p:nvSpPr>
          <p:cNvPr id="159" name="Shape 18"/>
          <p:cNvSpPr/>
          <p:nvPr/>
        </p:nvSpPr>
        <p:spPr>
          <a:xfrm>
            <a:off x="9047988" y="6206947"/>
            <a:ext cx="51206" cy="51206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160" name="Image 139" descr="preencoded.png"/>
          <p:cNvPicPr>
            <a:picLocks noChangeAspect="1"/>
          </p:cNvPicPr>
          <p:nvPr/>
        </p:nvPicPr>
        <p:blipFill>
          <a:blip r:embed="rId113"/>
          <a:stretch>
            <a:fillRect/>
          </a:stretch>
        </p:blipFill>
        <p:spPr>
          <a:xfrm>
            <a:off x="8898026" y="6505042"/>
            <a:ext cx="319126" cy="177394"/>
          </a:xfrm>
          <a:prstGeom prst="rect">
            <a:avLst/>
          </a:prstGeom>
        </p:spPr>
      </p:pic>
      <p:pic>
        <p:nvPicPr>
          <p:cNvPr id="165" name="Image 142" descr="preencoded.png"/>
          <p:cNvPicPr>
            <a:picLocks noChangeAspect="1"/>
          </p:cNvPicPr>
          <p:nvPr/>
        </p:nvPicPr>
        <p:blipFill>
          <a:blip r:embed="rId114"/>
          <a:stretch>
            <a:fillRect/>
          </a:stretch>
        </p:blipFill>
        <p:spPr>
          <a:xfrm>
            <a:off x="366674" y="1243584"/>
            <a:ext cx="106070" cy="185623"/>
          </a:xfrm>
          <a:prstGeom prst="rect">
            <a:avLst/>
          </a:prstGeom>
        </p:spPr>
      </p:pic>
      <p:sp>
        <p:nvSpPr>
          <p:cNvPr id="166" name="Shape 21"/>
          <p:cNvSpPr/>
          <p:nvPr/>
        </p:nvSpPr>
        <p:spPr>
          <a:xfrm rot="6000">
            <a:off x="10362895" y="1545336"/>
            <a:ext cx="96926" cy="21031"/>
          </a:xfrm>
          <a:prstGeom prst="roundRect">
            <a:avLst/>
          </a:prstGeom>
          <a:solidFill>
            <a:srgbClr val="F3E8CF"/>
          </a:solidFill>
          <a:ln/>
        </p:spPr>
      </p:sp>
      <p:pic>
        <p:nvPicPr>
          <p:cNvPr id="168" name="Image 144" descr="preencoded.png"/>
          <p:cNvPicPr>
            <a:picLocks noChangeAspect="1"/>
          </p:cNvPicPr>
          <p:nvPr/>
        </p:nvPicPr>
        <p:blipFill>
          <a:blip r:embed="rId115"/>
          <a:stretch>
            <a:fillRect/>
          </a:stretch>
        </p:blipFill>
        <p:spPr>
          <a:xfrm>
            <a:off x="9362542" y="1624889"/>
            <a:ext cx="309982" cy="451714"/>
          </a:xfrm>
          <a:prstGeom prst="rect">
            <a:avLst/>
          </a:prstGeom>
        </p:spPr>
      </p:pic>
      <p:pic>
        <p:nvPicPr>
          <p:cNvPr id="171" name="Image 146" descr="preencoded.png"/>
          <p:cNvPicPr>
            <a:picLocks noChangeAspect="1"/>
          </p:cNvPicPr>
          <p:nvPr/>
        </p:nvPicPr>
        <p:blipFill>
          <a:blip r:embed="rId116"/>
          <a:stretch>
            <a:fillRect/>
          </a:stretch>
        </p:blipFill>
        <p:spPr>
          <a:xfrm>
            <a:off x="2905963" y="1710842"/>
            <a:ext cx="965606" cy="929945"/>
          </a:xfrm>
          <a:prstGeom prst="rect">
            <a:avLst/>
          </a:prstGeom>
        </p:spPr>
      </p:pic>
      <p:sp>
        <p:nvSpPr>
          <p:cNvPr id="172" name="Shape 23"/>
          <p:cNvSpPr/>
          <p:nvPr/>
        </p:nvSpPr>
        <p:spPr>
          <a:xfrm>
            <a:off x="10235794" y="1789481"/>
            <a:ext cx="352958" cy="248717"/>
          </a:xfrm>
          <a:prstGeom prst="roundRect">
            <a:avLst/>
          </a:prstGeom>
          <a:solidFill>
            <a:srgbClr val="F3E8CF"/>
          </a:solidFill>
          <a:ln/>
        </p:spPr>
      </p:sp>
      <p:pic>
        <p:nvPicPr>
          <p:cNvPr id="173" name="Image 147" descr="preencoded.png"/>
          <p:cNvPicPr>
            <a:picLocks noChangeAspect="1"/>
          </p:cNvPicPr>
          <p:nvPr/>
        </p:nvPicPr>
        <p:blipFill>
          <a:blip r:embed="rId117"/>
          <a:stretch>
            <a:fillRect/>
          </a:stretch>
        </p:blipFill>
        <p:spPr>
          <a:xfrm>
            <a:off x="4856378" y="1954987"/>
            <a:ext cx="576072" cy="717804"/>
          </a:xfrm>
          <a:prstGeom prst="rect">
            <a:avLst/>
          </a:prstGeom>
        </p:spPr>
      </p:pic>
      <p:pic>
        <p:nvPicPr>
          <p:cNvPr id="174" name="Image 148" descr="preencoded.png"/>
          <p:cNvPicPr>
            <a:picLocks noChangeAspect="1"/>
          </p:cNvPicPr>
          <p:nvPr/>
        </p:nvPicPr>
        <p:blipFill>
          <a:blip r:embed="rId118"/>
          <a:stretch>
            <a:fillRect/>
          </a:stretch>
        </p:blipFill>
        <p:spPr>
          <a:xfrm>
            <a:off x="271577" y="2049170"/>
            <a:ext cx="283464" cy="62179"/>
          </a:xfrm>
          <a:prstGeom prst="rect">
            <a:avLst/>
          </a:prstGeom>
        </p:spPr>
      </p:pic>
      <p:pic>
        <p:nvPicPr>
          <p:cNvPr id="175" name="Image 149" descr="preencoded.png"/>
          <p:cNvPicPr>
            <a:picLocks noChangeAspect="1"/>
          </p:cNvPicPr>
          <p:nvPr/>
        </p:nvPicPr>
        <p:blipFill>
          <a:blip r:embed="rId119"/>
          <a:stretch>
            <a:fillRect/>
          </a:stretch>
        </p:blipFill>
        <p:spPr>
          <a:xfrm>
            <a:off x="250546" y="2112264"/>
            <a:ext cx="328270" cy="62179"/>
          </a:xfrm>
          <a:prstGeom prst="rect">
            <a:avLst/>
          </a:prstGeom>
        </p:spPr>
      </p:pic>
      <p:sp>
        <p:nvSpPr>
          <p:cNvPr id="176" name="Shape 24"/>
          <p:cNvSpPr/>
          <p:nvPr/>
        </p:nvSpPr>
        <p:spPr>
          <a:xfrm>
            <a:off x="9325966" y="2126894"/>
            <a:ext cx="374904" cy="150876"/>
          </a:xfrm>
          <a:prstGeom prst="roundRect">
            <a:avLst/>
          </a:prstGeom>
          <a:solidFill>
            <a:srgbClr val="000000"/>
          </a:solidFill>
          <a:ln/>
        </p:spPr>
      </p:sp>
      <p:pic>
        <p:nvPicPr>
          <p:cNvPr id="179" name="Image 151" descr="preencoded.png"/>
          <p:cNvPicPr>
            <a:picLocks noChangeAspect="1"/>
          </p:cNvPicPr>
          <p:nvPr/>
        </p:nvPicPr>
        <p:blipFill>
          <a:blip r:embed="rId120"/>
          <a:stretch>
            <a:fillRect/>
          </a:stretch>
        </p:blipFill>
        <p:spPr>
          <a:xfrm>
            <a:off x="228600" y="2182673"/>
            <a:ext cx="363017" cy="71323"/>
          </a:xfrm>
          <a:prstGeom prst="rect">
            <a:avLst/>
          </a:prstGeom>
        </p:spPr>
      </p:pic>
      <p:pic>
        <p:nvPicPr>
          <p:cNvPr id="181" name="Image 153" descr="preencoded.png"/>
          <p:cNvPicPr>
            <a:picLocks noChangeAspect="1"/>
          </p:cNvPicPr>
          <p:nvPr/>
        </p:nvPicPr>
        <p:blipFill>
          <a:blip r:embed="rId121"/>
          <a:stretch>
            <a:fillRect/>
          </a:stretch>
        </p:blipFill>
        <p:spPr>
          <a:xfrm>
            <a:off x="9890150" y="3595421"/>
            <a:ext cx="106070" cy="106070"/>
          </a:xfrm>
          <a:prstGeom prst="rect">
            <a:avLst/>
          </a:prstGeom>
        </p:spPr>
      </p:pic>
      <p:sp>
        <p:nvSpPr>
          <p:cNvPr id="182" name="Shape 26"/>
          <p:cNvSpPr/>
          <p:nvPr/>
        </p:nvSpPr>
        <p:spPr>
          <a:xfrm rot="-30000">
            <a:off x="9888322" y="3713378"/>
            <a:ext cx="112471" cy="29261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183" name="Shape 27"/>
          <p:cNvSpPr/>
          <p:nvPr/>
        </p:nvSpPr>
        <p:spPr>
          <a:xfrm rot="-5472000">
            <a:off x="9929470" y="3980383"/>
            <a:ext cx="37490" cy="24689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5" name="Shape 28"/>
          <p:cNvSpPr/>
          <p:nvPr/>
        </p:nvSpPr>
        <p:spPr>
          <a:xfrm rot="-4290000">
            <a:off x="9892894" y="3984955"/>
            <a:ext cx="31090" cy="2651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6" name="Shape 29"/>
          <p:cNvSpPr/>
          <p:nvPr/>
        </p:nvSpPr>
        <p:spPr>
          <a:xfrm rot="-6732000">
            <a:off x="9977018" y="3991356"/>
            <a:ext cx="33833" cy="26518"/>
          </a:xfrm>
          <a:prstGeom prst="ellipse">
            <a:avLst/>
          </a:prstGeom>
          <a:solidFill>
            <a:srgbClr val="000000"/>
          </a:solidFill>
          <a:ln/>
        </p:spPr>
      </p:sp>
      <p:pic>
        <p:nvPicPr>
          <p:cNvPr id="187" name="Image 155" descr="preencoded.png"/>
          <p:cNvPicPr>
            <a:picLocks noChangeAspect="1"/>
          </p:cNvPicPr>
          <p:nvPr/>
        </p:nvPicPr>
        <p:blipFill>
          <a:blip r:embed="rId122"/>
          <a:stretch>
            <a:fillRect/>
          </a:stretch>
        </p:blipFill>
        <p:spPr>
          <a:xfrm>
            <a:off x="7832750" y="3998671"/>
            <a:ext cx="26518" cy="26518"/>
          </a:xfrm>
          <a:prstGeom prst="rect">
            <a:avLst/>
          </a:prstGeom>
        </p:spPr>
      </p:pic>
      <p:sp>
        <p:nvSpPr>
          <p:cNvPr id="188" name="Shape 30"/>
          <p:cNvSpPr/>
          <p:nvPr/>
        </p:nvSpPr>
        <p:spPr>
          <a:xfrm rot="-2490000">
            <a:off x="9863633" y="4014216"/>
            <a:ext cx="31090" cy="2651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9" name="Shape 31"/>
          <p:cNvSpPr/>
          <p:nvPr/>
        </p:nvSpPr>
        <p:spPr>
          <a:xfrm rot="-4428000">
            <a:off x="10000793" y="4021531"/>
            <a:ext cx="29261" cy="24689"/>
          </a:xfrm>
          <a:prstGeom prst="ellipse">
            <a:avLst/>
          </a:prstGeom>
          <a:solidFill>
            <a:srgbClr val="000000"/>
          </a:solidFill>
          <a:ln/>
        </p:spPr>
      </p:sp>
      <p:pic>
        <p:nvPicPr>
          <p:cNvPr id="190" name="Image 156" descr="preencoded.png"/>
          <p:cNvPicPr>
            <a:picLocks noChangeAspect="1"/>
          </p:cNvPicPr>
          <p:nvPr/>
        </p:nvPicPr>
        <p:blipFill>
          <a:blip r:embed="rId123"/>
          <a:stretch>
            <a:fillRect/>
          </a:stretch>
        </p:blipFill>
        <p:spPr>
          <a:xfrm>
            <a:off x="9924898" y="4019702"/>
            <a:ext cx="35662" cy="88697"/>
          </a:xfrm>
          <a:prstGeom prst="rect">
            <a:avLst/>
          </a:prstGeom>
        </p:spPr>
      </p:pic>
      <p:pic>
        <p:nvPicPr>
          <p:cNvPr id="191" name="Image 157" descr="preencoded.png"/>
          <p:cNvPicPr>
            <a:picLocks noChangeAspect="1"/>
          </p:cNvPicPr>
          <p:nvPr/>
        </p:nvPicPr>
        <p:blipFill>
          <a:blip r:embed="rId124"/>
          <a:stretch>
            <a:fillRect/>
          </a:stretch>
        </p:blipFill>
        <p:spPr>
          <a:xfrm rot="823887">
            <a:off x="4801083" y="4210203"/>
            <a:ext cx="705866" cy="392277"/>
          </a:xfrm>
          <a:prstGeom prst="rect">
            <a:avLst/>
          </a:prstGeom>
        </p:spPr>
      </p:pic>
      <p:pic>
        <p:nvPicPr>
          <p:cNvPr id="192" name="Image 158" descr="preencoded.png"/>
          <p:cNvPicPr>
            <a:picLocks noChangeAspect="1"/>
          </p:cNvPicPr>
          <p:nvPr/>
        </p:nvPicPr>
        <p:blipFill>
          <a:blip r:embed="rId125"/>
          <a:stretch>
            <a:fillRect/>
          </a:stretch>
        </p:blipFill>
        <p:spPr>
          <a:xfrm>
            <a:off x="2585923" y="4099255"/>
            <a:ext cx="1479499" cy="753466"/>
          </a:xfrm>
          <a:prstGeom prst="rect">
            <a:avLst/>
          </a:prstGeom>
        </p:spPr>
      </p:pic>
      <p:sp>
        <p:nvSpPr>
          <p:cNvPr id="193" name="Shape 32"/>
          <p:cNvSpPr/>
          <p:nvPr/>
        </p:nvSpPr>
        <p:spPr>
          <a:xfrm rot="24000">
            <a:off x="9890150" y="4115714"/>
            <a:ext cx="108814" cy="31090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194" name="Shape 33"/>
          <p:cNvSpPr/>
          <p:nvPr/>
        </p:nvSpPr>
        <p:spPr>
          <a:xfrm rot="12000">
            <a:off x="202997" y="4291279"/>
            <a:ext cx="205740" cy="160020"/>
          </a:xfrm>
          <a:prstGeom prst="roundRect">
            <a:avLst/>
          </a:prstGeom>
          <a:solidFill>
            <a:srgbClr val="000000"/>
          </a:solidFill>
          <a:ln/>
        </p:spPr>
      </p:sp>
      <p:pic>
        <p:nvPicPr>
          <p:cNvPr id="195" name="Image 159" descr="preencoded.png"/>
          <p:cNvPicPr>
            <a:picLocks noChangeAspect="1"/>
          </p:cNvPicPr>
          <p:nvPr/>
        </p:nvPicPr>
        <p:blipFill>
          <a:blip r:embed="rId126"/>
          <a:stretch>
            <a:fillRect/>
          </a:stretch>
        </p:blipFill>
        <p:spPr>
          <a:xfrm>
            <a:off x="8984894" y="6535217"/>
            <a:ext cx="150876" cy="124358"/>
          </a:xfrm>
          <a:prstGeom prst="rect">
            <a:avLst/>
          </a:prstGeom>
        </p:spPr>
      </p:pic>
      <p:sp>
        <p:nvSpPr>
          <p:cNvPr id="196" name="Shape 34"/>
          <p:cNvSpPr/>
          <p:nvPr/>
        </p:nvSpPr>
        <p:spPr>
          <a:xfrm>
            <a:off x="9494215" y="1655064"/>
            <a:ext cx="38405" cy="38405"/>
          </a:xfrm>
          <a:prstGeom prst="ellipse">
            <a:avLst/>
          </a:prstGeom>
          <a:solidFill>
            <a:srgbClr val="FFE7DE"/>
          </a:solidFill>
          <a:ln/>
        </p:spPr>
      </p:sp>
      <p:sp>
        <p:nvSpPr>
          <p:cNvPr id="197" name="Shape 35"/>
          <p:cNvSpPr/>
          <p:nvPr/>
        </p:nvSpPr>
        <p:spPr>
          <a:xfrm>
            <a:off x="3318358" y="1734617"/>
            <a:ext cx="142646" cy="142646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198" name="Shape 36"/>
          <p:cNvSpPr/>
          <p:nvPr/>
        </p:nvSpPr>
        <p:spPr>
          <a:xfrm rot="-5526000">
            <a:off x="9597542" y="1740103"/>
            <a:ext cx="40234" cy="37490"/>
          </a:xfrm>
          <a:prstGeom prst="ellipse">
            <a:avLst/>
          </a:prstGeom>
          <a:solidFill>
            <a:srgbClr val="FFE7DE"/>
          </a:solidFill>
          <a:ln/>
        </p:spPr>
      </p:sp>
      <p:sp>
        <p:nvSpPr>
          <p:cNvPr id="199" name="Shape 37"/>
          <p:cNvSpPr/>
          <p:nvPr/>
        </p:nvSpPr>
        <p:spPr>
          <a:xfrm>
            <a:off x="9392717" y="1785823"/>
            <a:ext cx="40234" cy="40234"/>
          </a:xfrm>
          <a:prstGeom prst="ellipse">
            <a:avLst/>
          </a:prstGeom>
          <a:solidFill>
            <a:srgbClr val="F3E8CF"/>
          </a:solidFill>
          <a:ln/>
        </p:spPr>
      </p:sp>
      <p:pic>
        <p:nvPicPr>
          <p:cNvPr id="200" name="Image 160" descr="preencoded.png"/>
          <p:cNvPicPr>
            <a:picLocks noChangeAspect="1"/>
          </p:cNvPicPr>
          <p:nvPr/>
        </p:nvPicPr>
        <p:blipFill>
          <a:blip r:embed="rId127"/>
          <a:stretch>
            <a:fillRect/>
          </a:stretch>
        </p:blipFill>
        <p:spPr>
          <a:xfrm>
            <a:off x="3071470" y="1828800"/>
            <a:ext cx="239573" cy="159106"/>
          </a:xfrm>
          <a:prstGeom prst="rect">
            <a:avLst/>
          </a:prstGeom>
        </p:spPr>
      </p:pic>
      <p:pic>
        <p:nvPicPr>
          <p:cNvPr id="201" name="Image 161" descr="preencoded.png"/>
          <p:cNvPicPr>
            <a:picLocks noChangeAspect="1"/>
          </p:cNvPicPr>
          <p:nvPr/>
        </p:nvPicPr>
        <p:blipFill>
          <a:blip r:embed="rId128"/>
          <a:stretch>
            <a:fillRect/>
          </a:stretch>
        </p:blipFill>
        <p:spPr>
          <a:xfrm>
            <a:off x="3471977" y="1851660"/>
            <a:ext cx="239573" cy="203911"/>
          </a:xfrm>
          <a:prstGeom prst="rect">
            <a:avLst/>
          </a:prstGeom>
        </p:spPr>
      </p:pic>
      <p:pic>
        <p:nvPicPr>
          <p:cNvPr id="202" name="Image 162" descr="preencoded.png"/>
          <p:cNvPicPr>
            <a:picLocks noChangeAspect="1"/>
          </p:cNvPicPr>
          <p:nvPr/>
        </p:nvPicPr>
        <p:blipFill>
          <a:blip r:embed="rId129"/>
          <a:stretch>
            <a:fillRect/>
          </a:stretch>
        </p:blipFill>
        <p:spPr>
          <a:xfrm>
            <a:off x="3207715" y="1850746"/>
            <a:ext cx="372161" cy="203911"/>
          </a:xfrm>
          <a:prstGeom prst="rect">
            <a:avLst/>
          </a:prstGeom>
        </p:spPr>
      </p:pic>
      <p:sp>
        <p:nvSpPr>
          <p:cNvPr id="203" name="Shape 38"/>
          <p:cNvSpPr/>
          <p:nvPr/>
        </p:nvSpPr>
        <p:spPr>
          <a:xfrm rot="-5658000">
            <a:off x="2922422" y="1865376"/>
            <a:ext cx="144475" cy="141732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04" name="Image 163" descr="preencoded.png"/>
          <p:cNvPicPr>
            <a:picLocks noChangeAspect="1"/>
          </p:cNvPicPr>
          <p:nvPr/>
        </p:nvPicPr>
        <p:blipFill>
          <a:blip r:embed="rId130"/>
          <a:stretch>
            <a:fillRect/>
          </a:stretch>
        </p:blipFill>
        <p:spPr>
          <a:xfrm>
            <a:off x="3071470" y="1954073"/>
            <a:ext cx="115214" cy="115214"/>
          </a:xfrm>
          <a:prstGeom prst="rect">
            <a:avLst/>
          </a:prstGeom>
        </p:spPr>
      </p:pic>
      <p:sp>
        <p:nvSpPr>
          <p:cNvPr id="205" name="Shape 39"/>
          <p:cNvSpPr/>
          <p:nvPr/>
        </p:nvSpPr>
        <p:spPr>
          <a:xfrm rot="-3492000">
            <a:off x="3318358" y="1983334"/>
            <a:ext cx="143561" cy="141732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06" name="Shape 40"/>
          <p:cNvSpPr/>
          <p:nvPr/>
        </p:nvSpPr>
        <p:spPr>
          <a:xfrm>
            <a:off x="3714293" y="1981505"/>
            <a:ext cx="143561" cy="143561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07" name="Image 164" descr="preencoded.png"/>
          <p:cNvPicPr>
            <a:picLocks noChangeAspect="1"/>
          </p:cNvPicPr>
          <p:nvPr/>
        </p:nvPicPr>
        <p:blipFill>
          <a:blip r:embed="rId131"/>
          <a:stretch>
            <a:fillRect/>
          </a:stretch>
        </p:blipFill>
        <p:spPr>
          <a:xfrm>
            <a:off x="4884725" y="1982419"/>
            <a:ext cx="513893" cy="141732"/>
          </a:xfrm>
          <a:prstGeom prst="rect">
            <a:avLst/>
          </a:prstGeom>
        </p:spPr>
      </p:pic>
      <p:pic>
        <p:nvPicPr>
          <p:cNvPr id="208" name="Image 165" descr="preencoded.png"/>
          <p:cNvPicPr>
            <a:picLocks noChangeAspect="1"/>
          </p:cNvPicPr>
          <p:nvPr/>
        </p:nvPicPr>
        <p:blipFill>
          <a:blip r:embed="rId132"/>
          <a:stretch>
            <a:fillRect/>
          </a:stretch>
        </p:blipFill>
        <p:spPr>
          <a:xfrm>
            <a:off x="3151022" y="1998878"/>
            <a:ext cx="88697" cy="97841"/>
          </a:xfrm>
          <a:prstGeom prst="rect">
            <a:avLst/>
          </a:prstGeom>
        </p:spPr>
      </p:pic>
      <p:sp>
        <p:nvSpPr>
          <p:cNvPr id="209" name="Shape 41"/>
          <p:cNvSpPr/>
          <p:nvPr/>
        </p:nvSpPr>
        <p:spPr>
          <a:xfrm>
            <a:off x="9493301" y="2009851"/>
            <a:ext cx="40234" cy="40234"/>
          </a:xfrm>
          <a:prstGeom prst="ellipse">
            <a:avLst/>
          </a:prstGeom>
          <a:solidFill>
            <a:srgbClr val="F3E8CF"/>
          </a:solidFill>
          <a:ln/>
        </p:spPr>
      </p:sp>
      <p:pic>
        <p:nvPicPr>
          <p:cNvPr id="210" name="Image 166" descr="preencoded.png"/>
          <p:cNvPicPr>
            <a:picLocks noChangeAspect="1"/>
          </p:cNvPicPr>
          <p:nvPr/>
        </p:nvPicPr>
        <p:blipFill>
          <a:blip r:embed="rId133"/>
          <a:stretch>
            <a:fillRect/>
          </a:stretch>
        </p:blipFill>
        <p:spPr>
          <a:xfrm>
            <a:off x="3219602" y="2021738"/>
            <a:ext cx="88697" cy="71323"/>
          </a:xfrm>
          <a:prstGeom prst="rect">
            <a:avLst/>
          </a:prstGeom>
        </p:spPr>
      </p:pic>
      <p:pic>
        <p:nvPicPr>
          <p:cNvPr id="211" name="Image 167" descr="preencoded.png"/>
          <p:cNvPicPr>
            <a:picLocks noChangeAspect="1"/>
          </p:cNvPicPr>
          <p:nvPr/>
        </p:nvPicPr>
        <p:blipFill>
          <a:blip r:embed="rId134"/>
          <a:stretch>
            <a:fillRect/>
          </a:stretch>
        </p:blipFill>
        <p:spPr>
          <a:xfrm>
            <a:off x="3468319" y="2059229"/>
            <a:ext cx="239573" cy="115214"/>
          </a:xfrm>
          <a:prstGeom prst="rect">
            <a:avLst/>
          </a:prstGeom>
        </p:spPr>
      </p:pic>
      <p:pic>
        <p:nvPicPr>
          <p:cNvPr id="212" name="Image 168" descr="preencoded.png"/>
          <p:cNvPicPr>
            <a:picLocks noChangeAspect="1"/>
          </p:cNvPicPr>
          <p:nvPr/>
        </p:nvPicPr>
        <p:blipFill>
          <a:blip r:embed="rId135"/>
          <a:stretch>
            <a:fillRect/>
          </a:stretch>
        </p:blipFill>
        <p:spPr>
          <a:xfrm>
            <a:off x="3123590" y="2063801"/>
            <a:ext cx="53035" cy="62179"/>
          </a:xfrm>
          <a:prstGeom prst="rect">
            <a:avLst/>
          </a:prstGeom>
        </p:spPr>
      </p:pic>
      <p:pic>
        <p:nvPicPr>
          <p:cNvPr id="213" name="Image 169" descr="preencoded.png"/>
          <p:cNvPicPr>
            <a:picLocks noChangeAspect="1"/>
          </p:cNvPicPr>
          <p:nvPr/>
        </p:nvPicPr>
        <p:blipFill>
          <a:blip r:embed="rId136"/>
          <a:stretch>
            <a:fillRect/>
          </a:stretch>
        </p:blipFill>
        <p:spPr>
          <a:xfrm>
            <a:off x="3207715" y="2070202"/>
            <a:ext cx="381305" cy="203911"/>
          </a:xfrm>
          <a:prstGeom prst="rect">
            <a:avLst/>
          </a:prstGeom>
        </p:spPr>
      </p:pic>
      <p:pic>
        <p:nvPicPr>
          <p:cNvPr id="214" name="Image 170" descr="preencoded.png"/>
          <p:cNvPicPr>
            <a:picLocks noChangeAspect="1"/>
          </p:cNvPicPr>
          <p:nvPr/>
        </p:nvPicPr>
        <p:blipFill>
          <a:blip r:embed="rId137"/>
          <a:stretch>
            <a:fillRect/>
          </a:stretch>
        </p:blipFill>
        <p:spPr>
          <a:xfrm>
            <a:off x="4881982" y="2092147"/>
            <a:ext cx="523037" cy="203911"/>
          </a:xfrm>
          <a:prstGeom prst="rect">
            <a:avLst/>
          </a:prstGeom>
        </p:spPr>
      </p:pic>
      <p:pic>
        <p:nvPicPr>
          <p:cNvPr id="215" name="Image 171" descr="preencoded.png"/>
          <p:cNvPicPr>
            <a:picLocks noChangeAspect="1"/>
          </p:cNvPicPr>
          <p:nvPr/>
        </p:nvPicPr>
        <p:blipFill>
          <a:blip r:embed="rId138"/>
          <a:stretch>
            <a:fillRect/>
          </a:stretch>
        </p:blipFill>
        <p:spPr>
          <a:xfrm>
            <a:off x="3651199" y="2091233"/>
            <a:ext cx="62179" cy="71323"/>
          </a:xfrm>
          <a:prstGeom prst="rect">
            <a:avLst/>
          </a:prstGeom>
        </p:spPr>
      </p:pic>
      <p:pic>
        <p:nvPicPr>
          <p:cNvPr id="216" name="Image 172" descr="preencoded.png"/>
          <p:cNvPicPr>
            <a:picLocks noChangeAspect="1"/>
          </p:cNvPicPr>
          <p:nvPr/>
        </p:nvPicPr>
        <p:blipFill>
          <a:blip r:embed="rId139"/>
          <a:stretch>
            <a:fillRect/>
          </a:stretch>
        </p:blipFill>
        <p:spPr>
          <a:xfrm>
            <a:off x="3074213" y="2097634"/>
            <a:ext cx="62179" cy="53035"/>
          </a:xfrm>
          <a:prstGeom prst="rect">
            <a:avLst/>
          </a:prstGeom>
        </p:spPr>
      </p:pic>
      <p:sp>
        <p:nvSpPr>
          <p:cNvPr id="217" name="Shape 42"/>
          <p:cNvSpPr/>
          <p:nvPr/>
        </p:nvSpPr>
        <p:spPr>
          <a:xfrm>
            <a:off x="2924251" y="2115922"/>
            <a:ext cx="141732" cy="141732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18" name="Image 173" descr="preencoded.png"/>
          <p:cNvPicPr>
            <a:picLocks noChangeAspect="1"/>
          </p:cNvPicPr>
          <p:nvPr/>
        </p:nvPicPr>
        <p:blipFill>
          <a:blip r:embed="rId140"/>
          <a:stretch>
            <a:fillRect/>
          </a:stretch>
        </p:blipFill>
        <p:spPr>
          <a:xfrm>
            <a:off x="3074213" y="2116836"/>
            <a:ext cx="168250" cy="106070"/>
          </a:xfrm>
          <a:prstGeom prst="rect">
            <a:avLst/>
          </a:prstGeom>
        </p:spPr>
      </p:pic>
      <p:pic>
        <p:nvPicPr>
          <p:cNvPr id="219" name="Image 174" descr="preencoded.png"/>
          <p:cNvPicPr>
            <a:picLocks noChangeAspect="1"/>
          </p:cNvPicPr>
          <p:nvPr/>
        </p:nvPicPr>
        <p:blipFill>
          <a:blip r:embed="rId141"/>
          <a:stretch>
            <a:fillRect/>
          </a:stretch>
        </p:blipFill>
        <p:spPr>
          <a:xfrm>
            <a:off x="3469234" y="2146097"/>
            <a:ext cx="194767" cy="150876"/>
          </a:xfrm>
          <a:prstGeom prst="rect">
            <a:avLst/>
          </a:prstGeom>
        </p:spPr>
      </p:pic>
      <p:pic>
        <p:nvPicPr>
          <p:cNvPr id="220" name="Image 175" descr="preencoded.png"/>
          <p:cNvPicPr>
            <a:picLocks noChangeAspect="1"/>
          </p:cNvPicPr>
          <p:nvPr/>
        </p:nvPicPr>
        <p:blipFill>
          <a:blip r:embed="rId142"/>
          <a:stretch>
            <a:fillRect/>
          </a:stretch>
        </p:blipFill>
        <p:spPr>
          <a:xfrm>
            <a:off x="3205886" y="2188159"/>
            <a:ext cx="106070" cy="88697"/>
          </a:xfrm>
          <a:prstGeom prst="rect">
            <a:avLst/>
          </a:prstGeom>
        </p:spPr>
      </p:pic>
      <p:pic>
        <p:nvPicPr>
          <p:cNvPr id="221" name="Image 176" descr="preencoded.png"/>
          <p:cNvPicPr>
            <a:picLocks noChangeAspect="1"/>
          </p:cNvPicPr>
          <p:nvPr/>
        </p:nvPicPr>
        <p:blipFill>
          <a:blip r:embed="rId143"/>
          <a:stretch>
            <a:fillRect/>
          </a:stretch>
        </p:blipFill>
        <p:spPr>
          <a:xfrm>
            <a:off x="3651199" y="2190902"/>
            <a:ext cx="62179" cy="71323"/>
          </a:xfrm>
          <a:prstGeom prst="rect">
            <a:avLst/>
          </a:prstGeom>
        </p:spPr>
      </p:pic>
      <p:pic>
        <p:nvPicPr>
          <p:cNvPr id="222" name="Image 177" descr="preencoded.png"/>
          <p:cNvPicPr>
            <a:picLocks noChangeAspect="1"/>
          </p:cNvPicPr>
          <p:nvPr/>
        </p:nvPicPr>
        <p:blipFill>
          <a:blip r:embed="rId144"/>
          <a:stretch>
            <a:fillRect/>
          </a:stretch>
        </p:blipFill>
        <p:spPr>
          <a:xfrm>
            <a:off x="3154680" y="2194560"/>
            <a:ext cx="35662" cy="43891"/>
          </a:xfrm>
          <a:prstGeom prst="rect">
            <a:avLst/>
          </a:prstGeom>
        </p:spPr>
      </p:pic>
      <p:pic>
        <p:nvPicPr>
          <p:cNvPr id="223" name="Image 178" descr="preencoded.png"/>
          <p:cNvPicPr>
            <a:picLocks noChangeAspect="1"/>
          </p:cNvPicPr>
          <p:nvPr/>
        </p:nvPicPr>
        <p:blipFill>
          <a:blip r:embed="rId145"/>
          <a:stretch>
            <a:fillRect/>
          </a:stretch>
        </p:blipFill>
        <p:spPr>
          <a:xfrm>
            <a:off x="3074213" y="2201875"/>
            <a:ext cx="106070" cy="88697"/>
          </a:xfrm>
          <a:prstGeom prst="rect">
            <a:avLst/>
          </a:prstGeom>
        </p:spPr>
      </p:pic>
      <p:pic>
        <p:nvPicPr>
          <p:cNvPr id="224" name="Image 179" descr="preencoded.png"/>
          <p:cNvPicPr>
            <a:picLocks noChangeAspect="1"/>
          </p:cNvPicPr>
          <p:nvPr/>
        </p:nvPicPr>
        <p:blipFill>
          <a:blip r:embed="rId146"/>
          <a:stretch>
            <a:fillRect/>
          </a:stretch>
        </p:blipFill>
        <p:spPr>
          <a:xfrm>
            <a:off x="3607308" y="2229307"/>
            <a:ext cx="97841" cy="71323"/>
          </a:xfrm>
          <a:prstGeom prst="rect">
            <a:avLst/>
          </a:prstGeom>
        </p:spPr>
      </p:pic>
      <p:sp>
        <p:nvSpPr>
          <p:cNvPr id="225" name="Shape 43"/>
          <p:cNvSpPr/>
          <p:nvPr/>
        </p:nvSpPr>
        <p:spPr>
          <a:xfrm rot="-6822000">
            <a:off x="3318358" y="2232050"/>
            <a:ext cx="144475" cy="141732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27" name="Image 180" descr="preencoded.png"/>
          <p:cNvPicPr>
            <a:picLocks noChangeAspect="1"/>
          </p:cNvPicPr>
          <p:nvPr/>
        </p:nvPicPr>
        <p:blipFill>
          <a:blip r:embed="rId147"/>
          <a:stretch>
            <a:fillRect/>
          </a:stretch>
        </p:blipFill>
        <p:spPr>
          <a:xfrm>
            <a:off x="3151937" y="2250338"/>
            <a:ext cx="159106" cy="106070"/>
          </a:xfrm>
          <a:prstGeom prst="rect">
            <a:avLst/>
          </a:prstGeom>
        </p:spPr>
      </p:pic>
      <p:pic>
        <p:nvPicPr>
          <p:cNvPr id="228" name="Image 181" descr="preencoded.png"/>
          <p:cNvPicPr>
            <a:picLocks noChangeAspect="1"/>
          </p:cNvPicPr>
          <p:nvPr/>
        </p:nvPicPr>
        <p:blipFill>
          <a:blip r:embed="rId148"/>
          <a:stretch>
            <a:fillRect/>
          </a:stretch>
        </p:blipFill>
        <p:spPr>
          <a:xfrm>
            <a:off x="4881982" y="2267712"/>
            <a:ext cx="523037" cy="203911"/>
          </a:xfrm>
          <a:prstGeom prst="rect">
            <a:avLst/>
          </a:prstGeom>
        </p:spPr>
      </p:pic>
      <p:pic>
        <p:nvPicPr>
          <p:cNvPr id="229" name="Image 182" descr="preencoded.png"/>
          <p:cNvPicPr>
            <a:picLocks noChangeAspect="1"/>
          </p:cNvPicPr>
          <p:nvPr/>
        </p:nvPicPr>
        <p:blipFill>
          <a:blip r:embed="rId149"/>
          <a:stretch>
            <a:fillRect/>
          </a:stretch>
        </p:blipFill>
        <p:spPr>
          <a:xfrm>
            <a:off x="3076956" y="2285086"/>
            <a:ext cx="62179" cy="88697"/>
          </a:xfrm>
          <a:prstGeom prst="rect">
            <a:avLst/>
          </a:prstGeom>
        </p:spPr>
      </p:pic>
      <p:pic>
        <p:nvPicPr>
          <p:cNvPr id="230" name="Image 183" descr="preencoded.png"/>
          <p:cNvPicPr>
            <a:picLocks noChangeAspect="1"/>
          </p:cNvPicPr>
          <p:nvPr/>
        </p:nvPicPr>
        <p:blipFill>
          <a:blip r:embed="rId150"/>
          <a:stretch>
            <a:fillRect/>
          </a:stretch>
        </p:blipFill>
        <p:spPr>
          <a:xfrm>
            <a:off x="3073298" y="2303374"/>
            <a:ext cx="638251" cy="203911"/>
          </a:xfrm>
          <a:prstGeom prst="rect">
            <a:avLst/>
          </a:prstGeom>
        </p:spPr>
      </p:pic>
      <p:sp>
        <p:nvSpPr>
          <p:cNvPr id="231" name="Shape 45"/>
          <p:cNvSpPr/>
          <p:nvPr/>
        </p:nvSpPr>
        <p:spPr>
          <a:xfrm rot="-5742000">
            <a:off x="2922422" y="2368296"/>
            <a:ext cx="145390" cy="140818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32" name="Image 184" descr="preencoded.png"/>
          <p:cNvPicPr>
            <a:picLocks noChangeAspect="1"/>
          </p:cNvPicPr>
          <p:nvPr/>
        </p:nvPicPr>
        <p:blipFill>
          <a:blip r:embed="rId151"/>
          <a:stretch>
            <a:fillRect/>
          </a:stretch>
        </p:blipFill>
        <p:spPr>
          <a:xfrm>
            <a:off x="3072384" y="2371954"/>
            <a:ext cx="239573" cy="159106"/>
          </a:xfrm>
          <a:prstGeom prst="rect">
            <a:avLst/>
          </a:prstGeom>
        </p:spPr>
      </p:pic>
      <p:pic>
        <p:nvPicPr>
          <p:cNvPr id="233" name="Image 185" descr="preencoded.png"/>
          <p:cNvPicPr>
            <a:picLocks noChangeAspect="1"/>
          </p:cNvPicPr>
          <p:nvPr/>
        </p:nvPicPr>
        <p:blipFill>
          <a:blip r:embed="rId152"/>
          <a:stretch>
            <a:fillRect/>
          </a:stretch>
        </p:blipFill>
        <p:spPr>
          <a:xfrm>
            <a:off x="4882896" y="2443277"/>
            <a:ext cx="523037" cy="203911"/>
          </a:xfrm>
          <a:prstGeom prst="rect">
            <a:avLst/>
          </a:prstGeom>
        </p:spPr>
      </p:pic>
      <p:sp>
        <p:nvSpPr>
          <p:cNvPr id="234" name="Shape 46"/>
          <p:cNvSpPr/>
          <p:nvPr/>
        </p:nvSpPr>
        <p:spPr>
          <a:xfrm>
            <a:off x="3319272" y="2481682"/>
            <a:ext cx="141732" cy="141732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35" name="Shape 47"/>
          <p:cNvSpPr/>
          <p:nvPr/>
        </p:nvSpPr>
        <p:spPr>
          <a:xfrm>
            <a:off x="2886761" y="4113886"/>
            <a:ext cx="108814" cy="108814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36" name="Shape 48"/>
          <p:cNvSpPr/>
          <p:nvPr/>
        </p:nvSpPr>
        <p:spPr>
          <a:xfrm>
            <a:off x="3653942" y="4114800"/>
            <a:ext cx="107899" cy="107899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37" name="Image 186" descr="preencoded.png"/>
          <p:cNvPicPr>
            <a:picLocks noChangeAspect="1"/>
          </p:cNvPicPr>
          <p:nvPr/>
        </p:nvPicPr>
        <p:blipFill>
          <a:blip r:embed="rId153"/>
          <a:stretch>
            <a:fillRect/>
          </a:stretch>
        </p:blipFill>
        <p:spPr>
          <a:xfrm>
            <a:off x="2712110" y="4191610"/>
            <a:ext cx="168250" cy="132588"/>
          </a:xfrm>
          <a:prstGeom prst="rect">
            <a:avLst/>
          </a:prstGeom>
        </p:spPr>
      </p:pic>
      <p:pic>
        <p:nvPicPr>
          <p:cNvPr id="238" name="Image 187" descr="preencoded.png"/>
          <p:cNvPicPr>
            <a:picLocks noChangeAspect="1"/>
          </p:cNvPicPr>
          <p:nvPr/>
        </p:nvPicPr>
        <p:blipFill>
          <a:blip r:embed="rId154"/>
          <a:stretch>
            <a:fillRect/>
          </a:stretch>
        </p:blipFill>
        <p:spPr>
          <a:xfrm>
            <a:off x="3479292" y="4192524"/>
            <a:ext cx="168250" cy="132588"/>
          </a:xfrm>
          <a:prstGeom prst="rect">
            <a:avLst/>
          </a:prstGeom>
        </p:spPr>
      </p:pic>
      <p:pic>
        <p:nvPicPr>
          <p:cNvPr id="239" name="Image 188" descr="preencoded.png"/>
          <p:cNvPicPr>
            <a:picLocks noChangeAspect="1"/>
          </p:cNvPicPr>
          <p:nvPr/>
        </p:nvPicPr>
        <p:blipFill>
          <a:blip r:embed="rId155"/>
          <a:stretch>
            <a:fillRect/>
          </a:stretch>
        </p:blipFill>
        <p:spPr>
          <a:xfrm>
            <a:off x="2840126" y="4200754"/>
            <a:ext cx="328270" cy="168250"/>
          </a:xfrm>
          <a:prstGeom prst="rect">
            <a:avLst/>
          </a:prstGeom>
        </p:spPr>
      </p:pic>
      <p:pic>
        <p:nvPicPr>
          <p:cNvPr id="240" name="Image 189" descr="preencoded.png"/>
          <p:cNvPicPr>
            <a:picLocks noChangeAspect="1"/>
          </p:cNvPicPr>
          <p:nvPr/>
        </p:nvPicPr>
        <p:blipFill>
          <a:blip r:embed="rId156"/>
          <a:stretch>
            <a:fillRect/>
          </a:stretch>
        </p:blipFill>
        <p:spPr>
          <a:xfrm>
            <a:off x="3567989" y="4204411"/>
            <a:ext cx="363017" cy="168250"/>
          </a:xfrm>
          <a:prstGeom prst="rect">
            <a:avLst/>
          </a:prstGeom>
        </p:spPr>
      </p:pic>
      <p:pic>
        <p:nvPicPr>
          <p:cNvPr id="241" name="Image 190" descr="preencoded.png"/>
          <p:cNvPicPr>
            <a:picLocks noChangeAspect="1"/>
          </p:cNvPicPr>
          <p:nvPr/>
        </p:nvPicPr>
        <p:blipFill>
          <a:blip r:embed="rId157"/>
          <a:stretch>
            <a:fillRect/>
          </a:stretch>
        </p:blipFill>
        <p:spPr>
          <a:xfrm>
            <a:off x="2806294" y="4218127"/>
            <a:ext cx="79553" cy="115214"/>
          </a:xfrm>
          <a:prstGeom prst="rect">
            <a:avLst/>
          </a:prstGeom>
        </p:spPr>
      </p:pic>
      <p:sp>
        <p:nvSpPr>
          <p:cNvPr id="242" name="Shape 49"/>
          <p:cNvSpPr/>
          <p:nvPr/>
        </p:nvSpPr>
        <p:spPr>
          <a:xfrm rot="-5712000">
            <a:off x="2597810" y="4220870"/>
            <a:ext cx="111557" cy="106985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43" name="Shape 50"/>
          <p:cNvSpPr/>
          <p:nvPr/>
        </p:nvSpPr>
        <p:spPr>
          <a:xfrm rot="-5358000">
            <a:off x="3364078" y="4221785"/>
            <a:ext cx="111557" cy="106070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44" name="Image 191" descr="preencoded.png"/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2712110" y="4298594"/>
            <a:ext cx="79553" cy="71323"/>
          </a:xfrm>
          <a:prstGeom prst="rect">
            <a:avLst/>
          </a:prstGeom>
        </p:spPr>
      </p:pic>
      <p:pic>
        <p:nvPicPr>
          <p:cNvPr id="245" name="Image 192" descr="preencoded.png"/>
          <p:cNvPicPr>
            <a:picLocks noChangeAspect="1"/>
          </p:cNvPicPr>
          <p:nvPr/>
        </p:nvPicPr>
        <p:blipFill>
          <a:blip r:embed="rId159"/>
          <a:stretch>
            <a:fillRect/>
          </a:stretch>
        </p:blipFill>
        <p:spPr>
          <a:xfrm>
            <a:off x="3471977" y="4294937"/>
            <a:ext cx="79553" cy="97841"/>
          </a:xfrm>
          <a:prstGeom prst="rect">
            <a:avLst/>
          </a:prstGeom>
        </p:spPr>
      </p:pic>
      <p:sp>
        <p:nvSpPr>
          <p:cNvPr id="246" name="Shape 51"/>
          <p:cNvSpPr/>
          <p:nvPr/>
        </p:nvSpPr>
        <p:spPr>
          <a:xfrm>
            <a:off x="2885846" y="4317797"/>
            <a:ext cx="108814" cy="108814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47" name="Shape 52"/>
          <p:cNvSpPr/>
          <p:nvPr/>
        </p:nvSpPr>
        <p:spPr>
          <a:xfrm>
            <a:off x="3172054" y="4317797"/>
            <a:ext cx="108814" cy="108814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48" name="Shape 53"/>
          <p:cNvSpPr/>
          <p:nvPr/>
        </p:nvSpPr>
        <p:spPr>
          <a:xfrm>
            <a:off x="3654857" y="4318711"/>
            <a:ext cx="107899" cy="107899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49" name="Shape 54"/>
          <p:cNvSpPr/>
          <p:nvPr/>
        </p:nvSpPr>
        <p:spPr>
          <a:xfrm rot="-5178000">
            <a:off x="3940150" y="4318711"/>
            <a:ext cx="109728" cy="106070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50" name="Image 193" descr="preencoded.png"/>
          <p:cNvPicPr>
            <a:picLocks noChangeAspect="1"/>
          </p:cNvPicPr>
          <p:nvPr/>
        </p:nvPicPr>
        <p:blipFill>
          <a:blip r:embed="rId160"/>
          <a:stretch>
            <a:fillRect/>
          </a:stretch>
        </p:blipFill>
        <p:spPr>
          <a:xfrm>
            <a:off x="2709367" y="4324198"/>
            <a:ext cx="124358" cy="88697"/>
          </a:xfrm>
          <a:prstGeom prst="rect">
            <a:avLst/>
          </a:prstGeom>
        </p:spPr>
      </p:pic>
      <p:pic>
        <p:nvPicPr>
          <p:cNvPr id="251" name="Image 194" descr="preencoded.png"/>
          <p:cNvPicPr>
            <a:picLocks noChangeAspect="1"/>
          </p:cNvPicPr>
          <p:nvPr/>
        </p:nvPicPr>
        <p:blipFill>
          <a:blip r:embed="rId161"/>
          <a:stretch>
            <a:fillRect/>
          </a:stretch>
        </p:blipFill>
        <p:spPr>
          <a:xfrm>
            <a:off x="3533242" y="4333342"/>
            <a:ext cx="62179" cy="79553"/>
          </a:xfrm>
          <a:prstGeom prst="rect">
            <a:avLst/>
          </a:prstGeom>
        </p:spPr>
      </p:pic>
      <p:pic>
        <p:nvPicPr>
          <p:cNvPr id="252" name="Image 195" descr="preencoded.png"/>
          <p:cNvPicPr>
            <a:picLocks noChangeAspect="1"/>
          </p:cNvPicPr>
          <p:nvPr/>
        </p:nvPicPr>
        <p:blipFill>
          <a:blip r:embed="rId162"/>
          <a:stretch>
            <a:fillRect/>
          </a:stretch>
        </p:blipFill>
        <p:spPr>
          <a:xfrm>
            <a:off x="2810866" y="4350715"/>
            <a:ext cx="71323" cy="53035"/>
          </a:xfrm>
          <a:prstGeom prst="rect">
            <a:avLst/>
          </a:prstGeom>
        </p:spPr>
      </p:pic>
      <p:pic>
        <p:nvPicPr>
          <p:cNvPr id="253" name="Image 196" descr="preencoded.png"/>
          <p:cNvPicPr>
            <a:picLocks noChangeAspect="1"/>
          </p:cNvPicPr>
          <p:nvPr/>
        </p:nvPicPr>
        <p:blipFill>
          <a:blip r:embed="rId163"/>
          <a:stretch>
            <a:fillRect/>
          </a:stretch>
        </p:blipFill>
        <p:spPr>
          <a:xfrm>
            <a:off x="3583534" y="4350715"/>
            <a:ext cx="62179" cy="53035"/>
          </a:xfrm>
          <a:prstGeom prst="rect">
            <a:avLst/>
          </a:prstGeom>
        </p:spPr>
      </p:pic>
      <p:pic>
        <p:nvPicPr>
          <p:cNvPr id="254" name="Image 197" descr="preencoded.png"/>
          <p:cNvPicPr>
            <a:picLocks noChangeAspect="1"/>
          </p:cNvPicPr>
          <p:nvPr/>
        </p:nvPicPr>
        <p:blipFill>
          <a:blip r:embed="rId164"/>
          <a:stretch>
            <a:fillRect/>
          </a:stretch>
        </p:blipFill>
        <p:spPr>
          <a:xfrm>
            <a:off x="3862426" y="4373575"/>
            <a:ext cx="71323" cy="53035"/>
          </a:xfrm>
          <a:prstGeom prst="rect">
            <a:avLst/>
          </a:prstGeom>
        </p:spPr>
      </p:pic>
      <p:pic>
        <p:nvPicPr>
          <p:cNvPr id="255" name="Image 198" descr="preencoded.png"/>
          <p:cNvPicPr>
            <a:picLocks noChangeAspect="1"/>
          </p:cNvPicPr>
          <p:nvPr/>
        </p:nvPicPr>
        <p:blipFill>
          <a:blip r:embed="rId165"/>
          <a:stretch>
            <a:fillRect/>
          </a:stretch>
        </p:blipFill>
        <p:spPr>
          <a:xfrm>
            <a:off x="2999232" y="4374490"/>
            <a:ext cx="168250" cy="88697"/>
          </a:xfrm>
          <a:prstGeom prst="rect">
            <a:avLst/>
          </a:prstGeom>
        </p:spPr>
      </p:pic>
      <p:pic>
        <p:nvPicPr>
          <p:cNvPr id="256" name="Image 199" descr="preencoded.png"/>
          <p:cNvPicPr>
            <a:picLocks noChangeAspect="1"/>
          </p:cNvPicPr>
          <p:nvPr/>
        </p:nvPicPr>
        <p:blipFill>
          <a:blip r:embed="rId166"/>
          <a:stretch>
            <a:fillRect/>
          </a:stretch>
        </p:blipFill>
        <p:spPr>
          <a:xfrm>
            <a:off x="3766414" y="4376318"/>
            <a:ext cx="124358" cy="88697"/>
          </a:xfrm>
          <a:prstGeom prst="rect">
            <a:avLst/>
          </a:prstGeom>
        </p:spPr>
      </p:pic>
      <p:pic>
        <p:nvPicPr>
          <p:cNvPr id="257" name="Image 200" descr="preencoded.png"/>
          <p:cNvPicPr>
            <a:picLocks noChangeAspect="1"/>
          </p:cNvPicPr>
          <p:nvPr/>
        </p:nvPicPr>
        <p:blipFill>
          <a:blip r:embed="rId167"/>
          <a:stretch>
            <a:fillRect/>
          </a:stretch>
        </p:blipFill>
        <p:spPr>
          <a:xfrm>
            <a:off x="3512210" y="4387291"/>
            <a:ext cx="43891" cy="43891"/>
          </a:xfrm>
          <a:prstGeom prst="rect">
            <a:avLst/>
          </a:prstGeom>
        </p:spPr>
      </p:pic>
      <p:pic>
        <p:nvPicPr>
          <p:cNvPr id="258" name="Image 201" descr="preencoded.png"/>
          <p:cNvPicPr>
            <a:picLocks noChangeAspect="1"/>
          </p:cNvPicPr>
          <p:nvPr/>
        </p:nvPicPr>
        <p:blipFill>
          <a:blip r:embed="rId168"/>
          <a:stretch>
            <a:fillRect/>
          </a:stretch>
        </p:blipFill>
        <p:spPr>
          <a:xfrm>
            <a:off x="2752344" y="4388206"/>
            <a:ext cx="328270" cy="159106"/>
          </a:xfrm>
          <a:prstGeom prst="rect">
            <a:avLst/>
          </a:prstGeom>
        </p:spPr>
      </p:pic>
      <p:pic>
        <p:nvPicPr>
          <p:cNvPr id="259" name="Image 202" descr="preencoded.png"/>
          <p:cNvPicPr>
            <a:picLocks noChangeAspect="1"/>
          </p:cNvPicPr>
          <p:nvPr/>
        </p:nvPicPr>
        <p:blipFill>
          <a:blip r:embed="rId169"/>
          <a:stretch>
            <a:fillRect/>
          </a:stretch>
        </p:blipFill>
        <p:spPr>
          <a:xfrm>
            <a:off x="3601822" y="4390949"/>
            <a:ext cx="247802" cy="159106"/>
          </a:xfrm>
          <a:prstGeom prst="rect">
            <a:avLst/>
          </a:prstGeom>
        </p:spPr>
      </p:pic>
      <p:pic>
        <p:nvPicPr>
          <p:cNvPr id="260" name="Image 203" descr="preencoded.png"/>
          <p:cNvPicPr>
            <a:picLocks noChangeAspect="1"/>
          </p:cNvPicPr>
          <p:nvPr/>
        </p:nvPicPr>
        <p:blipFill>
          <a:blip r:embed="rId170"/>
          <a:stretch>
            <a:fillRect/>
          </a:stretch>
        </p:blipFill>
        <p:spPr>
          <a:xfrm>
            <a:off x="2728570" y="4396435"/>
            <a:ext cx="26518" cy="43891"/>
          </a:xfrm>
          <a:prstGeom prst="rect">
            <a:avLst/>
          </a:prstGeom>
        </p:spPr>
      </p:pic>
      <p:pic>
        <p:nvPicPr>
          <p:cNvPr id="261" name="Image 204" descr="preencoded.png"/>
          <p:cNvPicPr>
            <a:picLocks noChangeAspect="1"/>
          </p:cNvPicPr>
          <p:nvPr/>
        </p:nvPicPr>
        <p:blipFill>
          <a:blip r:embed="rId171"/>
          <a:stretch>
            <a:fillRect/>
          </a:stretch>
        </p:blipFill>
        <p:spPr>
          <a:xfrm>
            <a:off x="3574390" y="4395521"/>
            <a:ext cx="62179" cy="71323"/>
          </a:xfrm>
          <a:prstGeom prst="rect">
            <a:avLst/>
          </a:prstGeom>
        </p:spPr>
      </p:pic>
      <p:sp>
        <p:nvSpPr>
          <p:cNvPr id="262" name="Shape 55"/>
          <p:cNvSpPr/>
          <p:nvPr/>
        </p:nvSpPr>
        <p:spPr>
          <a:xfrm rot="-3450000">
            <a:off x="3564331" y="4408322"/>
            <a:ext cx="25603" cy="14630"/>
          </a:xfrm>
          <a:prstGeom prst="ellipse">
            <a:avLst/>
          </a:prstGeom>
          <a:solidFill>
            <a:srgbClr val="F3E8CF"/>
          </a:solidFill>
          <a:ln/>
        </p:spPr>
      </p:sp>
      <p:pic>
        <p:nvPicPr>
          <p:cNvPr id="263" name="Image 205" descr="preencoded.png"/>
          <p:cNvPicPr>
            <a:picLocks noChangeAspect="1"/>
          </p:cNvPicPr>
          <p:nvPr/>
        </p:nvPicPr>
        <p:blipFill>
          <a:blip r:embed="rId172"/>
          <a:stretch>
            <a:fillRect/>
          </a:stretch>
        </p:blipFill>
        <p:spPr>
          <a:xfrm>
            <a:off x="3129991" y="4404665"/>
            <a:ext cx="43891" cy="53035"/>
          </a:xfrm>
          <a:prstGeom prst="rect">
            <a:avLst/>
          </a:prstGeom>
        </p:spPr>
      </p:pic>
      <p:pic>
        <p:nvPicPr>
          <p:cNvPr id="264" name="Image 206" descr="preencoded.png"/>
          <p:cNvPicPr>
            <a:picLocks noChangeAspect="1"/>
          </p:cNvPicPr>
          <p:nvPr/>
        </p:nvPicPr>
        <p:blipFill>
          <a:blip r:embed="rId173"/>
          <a:stretch>
            <a:fillRect/>
          </a:stretch>
        </p:blipFill>
        <p:spPr>
          <a:xfrm>
            <a:off x="3481121" y="4412894"/>
            <a:ext cx="35662" cy="35662"/>
          </a:xfrm>
          <a:prstGeom prst="rect">
            <a:avLst/>
          </a:prstGeom>
        </p:spPr>
      </p:pic>
      <p:sp>
        <p:nvSpPr>
          <p:cNvPr id="265" name="Shape 56"/>
          <p:cNvSpPr/>
          <p:nvPr/>
        </p:nvSpPr>
        <p:spPr>
          <a:xfrm>
            <a:off x="2599639" y="4417466"/>
            <a:ext cx="106985" cy="106985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66" name="Shape 57"/>
          <p:cNvSpPr/>
          <p:nvPr/>
        </p:nvSpPr>
        <p:spPr>
          <a:xfrm>
            <a:off x="3366821" y="4417466"/>
            <a:ext cx="107899" cy="107899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67" name="Image 207" descr="preencoded.png"/>
          <p:cNvPicPr>
            <a:picLocks noChangeAspect="1"/>
          </p:cNvPicPr>
          <p:nvPr/>
        </p:nvPicPr>
        <p:blipFill>
          <a:blip r:embed="rId174"/>
          <a:stretch>
            <a:fillRect/>
          </a:stretch>
        </p:blipFill>
        <p:spPr>
          <a:xfrm>
            <a:off x="3529584" y="4431182"/>
            <a:ext cx="26518" cy="26518"/>
          </a:xfrm>
          <a:prstGeom prst="rect">
            <a:avLst/>
          </a:prstGeom>
        </p:spPr>
      </p:pic>
      <p:pic>
        <p:nvPicPr>
          <p:cNvPr id="268" name="Image 208" descr="preencoded.png"/>
          <p:cNvPicPr>
            <a:picLocks noChangeAspect="1"/>
          </p:cNvPicPr>
          <p:nvPr/>
        </p:nvPicPr>
        <p:blipFill>
          <a:blip r:embed="rId175"/>
          <a:stretch>
            <a:fillRect/>
          </a:stretch>
        </p:blipFill>
        <p:spPr>
          <a:xfrm>
            <a:off x="2718511" y="4434840"/>
            <a:ext cx="106070" cy="71323"/>
          </a:xfrm>
          <a:prstGeom prst="rect">
            <a:avLst/>
          </a:prstGeom>
        </p:spPr>
      </p:pic>
      <p:pic>
        <p:nvPicPr>
          <p:cNvPr id="269" name="Image 209" descr="preencoded.png"/>
          <p:cNvPicPr>
            <a:picLocks noChangeAspect="1"/>
          </p:cNvPicPr>
          <p:nvPr/>
        </p:nvPicPr>
        <p:blipFill>
          <a:blip r:embed="rId176"/>
          <a:stretch>
            <a:fillRect/>
          </a:stretch>
        </p:blipFill>
        <p:spPr>
          <a:xfrm>
            <a:off x="3542386" y="4439412"/>
            <a:ext cx="53035" cy="62179"/>
          </a:xfrm>
          <a:prstGeom prst="rect">
            <a:avLst/>
          </a:prstGeom>
        </p:spPr>
      </p:pic>
      <p:pic>
        <p:nvPicPr>
          <p:cNvPr id="270" name="Image 210" descr="preencoded.png"/>
          <p:cNvPicPr>
            <a:picLocks noChangeAspect="1"/>
          </p:cNvPicPr>
          <p:nvPr/>
        </p:nvPicPr>
        <p:blipFill>
          <a:blip r:embed="rId177"/>
          <a:stretch>
            <a:fillRect/>
          </a:stretch>
        </p:blipFill>
        <p:spPr>
          <a:xfrm>
            <a:off x="3097073" y="4446727"/>
            <a:ext cx="43891" cy="43891"/>
          </a:xfrm>
          <a:prstGeom prst="rect">
            <a:avLst/>
          </a:prstGeom>
        </p:spPr>
      </p:pic>
      <p:pic>
        <p:nvPicPr>
          <p:cNvPr id="271" name="Image 211" descr="preencoded.png"/>
          <p:cNvPicPr>
            <a:picLocks noChangeAspect="1"/>
          </p:cNvPicPr>
          <p:nvPr/>
        </p:nvPicPr>
        <p:blipFill>
          <a:blip r:embed="rId178"/>
          <a:stretch>
            <a:fillRect/>
          </a:stretch>
        </p:blipFill>
        <p:spPr>
          <a:xfrm>
            <a:off x="3482950" y="4441241"/>
            <a:ext cx="53035" cy="43891"/>
          </a:xfrm>
          <a:prstGeom prst="rect">
            <a:avLst/>
          </a:prstGeom>
        </p:spPr>
      </p:pic>
      <p:pic>
        <p:nvPicPr>
          <p:cNvPr id="272" name="Image 212" descr="preencoded.png"/>
          <p:cNvPicPr>
            <a:picLocks noChangeAspect="1"/>
          </p:cNvPicPr>
          <p:nvPr/>
        </p:nvPicPr>
        <p:blipFill>
          <a:blip r:embed="rId179"/>
          <a:stretch>
            <a:fillRect/>
          </a:stretch>
        </p:blipFill>
        <p:spPr>
          <a:xfrm>
            <a:off x="3861511" y="4444898"/>
            <a:ext cx="43891" cy="53035"/>
          </a:xfrm>
          <a:prstGeom prst="rect">
            <a:avLst/>
          </a:prstGeom>
        </p:spPr>
      </p:pic>
      <p:pic>
        <p:nvPicPr>
          <p:cNvPr id="273" name="Image 213" descr="preencoded.png"/>
          <p:cNvPicPr>
            <a:picLocks noChangeAspect="1"/>
          </p:cNvPicPr>
          <p:nvPr/>
        </p:nvPicPr>
        <p:blipFill>
          <a:blip r:embed="rId180"/>
          <a:stretch>
            <a:fillRect/>
          </a:stretch>
        </p:blipFill>
        <p:spPr>
          <a:xfrm>
            <a:off x="2707538" y="4474159"/>
            <a:ext cx="43891" cy="53035"/>
          </a:xfrm>
          <a:prstGeom prst="rect">
            <a:avLst/>
          </a:prstGeom>
        </p:spPr>
      </p:pic>
      <p:pic>
        <p:nvPicPr>
          <p:cNvPr id="274" name="Image 214" descr="preencoded.png"/>
          <p:cNvPicPr>
            <a:picLocks noChangeAspect="1"/>
          </p:cNvPicPr>
          <p:nvPr/>
        </p:nvPicPr>
        <p:blipFill>
          <a:blip r:embed="rId181"/>
          <a:stretch>
            <a:fillRect/>
          </a:stretch>
        </p:blipFill>
        <p:spPr>
          <a:xfrm>
            <a:off x="2800807" y="4475074"/>
            <a:ext cx="79553" cy="79553"/>
          </a:xfrm>
          <a:prstGeom prst="rect">
            <a:avLst/>
          </a:prstGeom>
        </p:spPr>
      </p:pic>
      <p:pic>
        <p:nvPicPr>
          <p:cNvPr id="275" name="Image 215" descr="preencoded.png"/>
          <p:cNvPicPr>
            <a:picLocks noChangeAspect="1"/>
          </p:cNvPicPr>
          <p:nvPr/>
        </p:nvPicPr>
        <p:blipFill>
          <a:blip r:embed="rId182"/>
          <a:stretch>
            <a:fillRect/>
          </a:stretch>
        </p:blipFill>
        <p:spPr>
          <a:xfrm>
            <a:off x="3004718" y="4476902"/>
            <a:ext cx="168250" cy="88697"/>
          </a:xfrm>
          <a:prstGeom prst="rect">
            <a:avLst/>
          </a:prstGeom>
        </p:spPr>
      </p:pic>
      <p:pic>
        <p:nvPicPr>
          <p:cNvPr id="276" name="Image 216" descr="preencoded.png"/>
          <p:cNvPicPr>
            <a:picLocks noChangeAspect="1"/>
          </p:cNvPicPr>
          <p:nvPr/>
        </p:nvPicPr>
        <p:blipFill>
          <a:blip r:embed="rId183"/>
          <a:stretch>
            <a:fillRect/>
          </a:stretch>
        </p:blipFill>
        <p:spPr>
          <a:xfrm>
            <a:off x="3769157" y="4478731"/>
            <a:ext cx="115214" cy="88697"/>
          </a:xfrm>
          <a:prstGeom prst="rect">
            <a:avLst/>
          </a:prstGeom>
        </p:spPr>
      </p:pic>
      <p:pic>
        <p:nvPicPr>
          <p:cNvPr id="277" name="Image 217" descr="preencoded.png"/>
          <p:cNvPicPr>
            <a:picLocks noChangeAspect="1"/>
          </p:cNvPicPr>
          <p:nvPr/>
        </p:nvPicPr>
        <p:blipFill>
          <a:blip r:embed="rId184"/>
          <a:stretch>
            <a:fillRect/>
          </a:stretch>
        </p:blipFill>
        <p:spPr>
          <a:xfrm>
            <a:off x="3476549" y="4480560"/>
            <a:ext cx="43891" cy="53035"/>
          </a:xfrm>
          <a:prstGeom prst="rect">
            <a:avLst/>
          </a:prstGeom>
        </p:spPr>
      </p:pic>
      <p:pic>
        <p:nvPicPr>
          <p:cNvPr id="278" name="Image 218" descr="preencoded.png"/>
          <p:cNvPicPr>
            <a:picLocks noChangeAspect="1"/>
          </p:cNvPicPr>
          <p:nvPr/>
        </p:nvPicPr>
        <p:blipFill>
          <a:blip r:embed="rId185"/>
          <a:stretch>
            <a:fillRect/>
          </a:stretch>
        </p:blipFill>
        <p:spPr>
          <a:xfrm>
            <a:off x="3567989" y="4486046"/>
            <a:ext cx="71323" cy="71323"/>
          </a:xfrm>
          <a:prstGeom prst="rect">
            <a:avLst/>
          </a:prstGeom>
        </p:spPr>
      </p:pic>
      <p:pic>
        <p:nvPicPr>
          <p:cNvPr id="279" name="Image 219" descr="preencoded.png"/>
          <p:cNvPicPr>
            <a:picLocks noChangeAspect="1"/>
          </p:cNvPicPr>
          <p:nvPr/>
        </p:nvPicPr>
        <p:blipFill>
          <a:blip r:embed="rId186"/>
          <a:stretch>
            <a:fillRect/>
          </a:stretch>
        </p:blipFill>
        <p:spPr>
          <a:xfrm>
            <a:off x="3897173" y="4485132"/>
            <a:ext cx="43891" cy="62179"/>
          </a:xfrm>
          <a:prstGeom prst="rect">
            <a:avLst/>
          </a:prstGeom>
        </p:spPr>
      </p:pic>
      <p:pic>
        <p:nvPicPr>
          <p:cNvPr id="280" name="Image 220" descr="preencoded.png"/>
          <p:cNvPicPr>
            <a:picLocks noChangeAspect="1"/>
          </p:cNvPicPr>
          <p:nvPr/>
        </p:nvPicPr>
        <p:blipFill>
          <a:blip r:embed="rId187"/>
          <a:stretch>
            <a:fillRect/>
          </a:stretch>
        </p:blipFill>
        <p:spPr>
          <a:xfrm>
            <a:off x="2742286" y="4486046"/>
            <a:ext cx="43891" cy="71323"/>
          </a:xfrm>
          <a:prstGeom prst="rect">
            <a:avLst/>
          </a:prstGeom>
        </p:spPr>
      </p:pic>
      <p:pic>
        <p:nvPicPr>
          <p:cNvPr id="281" name="Image 221" descr="preencoded.png"/>
          <p:cNvPicPr>
            <a:picLocks noChangeAspect="1"/>
          </p:cNvPicPr>
          <p:nvPr/>
        </p:nvPicPr>
        <p:blipFill>
          <a:blip r:embed="rId188"/>
          <a:stretch>
            <a:fillRect/>
          </a:stretch>
        </p:blipFill>
        <p:spPr>
          <a:xfrm>
            <a:off x="3514039" y="4484218"/>
            <a:ext cx="43891" cy="79553"/>
          </a:xfrm>
          <a:prstGeom prst="rect">
            <a:avLst/>
          </a:prstGeom>
        </p:spPr>
      </p:pic>
      <p:pic>
        <p:nvPicPr>
          <p:cNvPr id="282" name="Image 222" descr="preencoded.png"/>
          <p:cNvPicPr>
            <a:picLocks noChangeAspect="1"/>
          </p:cNvPicPr>
          <p:nvPr/>
        </p:nvPicPr>
        <p:blipFill>
          <a:blip r:embed="rId189"/>
          <a:stretch>
            <a:fillRect/>
          </a:stretch>
        </p:blipFill>
        <p:spPr>
          <a:xfrm>
            <a:off x="3100730" y="4512564"/>
            <a:ext cx="71323" cy="53035"/>
          </a:xfrm>
          <a:prstGeom prst="rect">
            <a:avLst/>
          </a:prstGeom>
        </p:spPr>
      </p:pic>
      <p:sp>
        <p:nvSpPr>
          <p:cNvPr id="283" name="Shape 58"/>
          <p:cNvSpPr/>
          <p:nvPr/>
        </p:nvSpPr>
        <p:spPr>
          <a:xfrm>
            <a:off x="3172968" y="4517136"/>
            <a:ext cx="107899" cy="107899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84" name="Image 223" descr="preencoded.png"/>
          <p:cNvPicPr>
            <a:picLocks noChangeAspect="1"/>
          </p:cNvPicPr>
          <p:nvPr/>
        </p:nvPicPr>
        <p:blipFill>
          <a:blip r:embed="rId190"/>
          <a:stretch>
            <a:fillRect/>
          </a:stretch>
        </p:blipFill>
        <p:spPr>
          <a:xfrm>
            <a:off x="3866083" y="4517136"/>
            <a:ext cx="71323" cy="53035"/>
          </a:xfrm>
          <a:prstGeom prst="rect">
            <a:avLst/>
          </a:prstGeom>
        </p:spPr>
      </p:pic>
      <p:sp>
        <p:nvSpPr>
          <p:cNvPr id="285" name="Shape 59"/>
          <p:cNvSpPr/>
          <p:nvPr/>
        </p:nvSpPr>
        <p:spPr>
          <a:xfrm rot="-5850000">
            <a:off x="3939235" y="4518965"/>
            <a:ext cx="110642" cy="106070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86" name="Shape 60"/>
          <p:cNvSpPr/>
          <p:nvPr/>
        </p:nvSpPr>
        <p:spPr>
          <a:xfrm>
            <a:off x="2885846" y="4518965"/>
            <a:ext cx="110642" cy="110642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287" name="Shape 61"/>
          <p:cNvSpPr/>
          <p:nvPr/>
        </p:nvSpPr>
        <p:spPr>
          <a:xfrm rot="-4818000">
            <a:off x="3653942" y="4522622"/>
            <a:ext cx="108814" cy="105156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288" name="Image 224" descr="preencoded.png"/>
          <p:cNvPicPr>
            <a:picLocks noChangeAspect="1"/>
          </p:cNvPicPr>
          <p:nvPr/>
        </p:nvPicPr>
        <p:blipFill>
          <a:blip r:embed="rId191"/>
          <a:stretch>
            <a:fillRect/>
          </a:stretch>
        </p:blipFill>
        <p:spPr>
          <a:xfrm>
            <a:off x="2799893" y="4525366"/>
            <a:ext cx="79553" cy="71323"/>
          </a:xfrm>
          <a:prstGeom prst="rect">
            <a:avLst/>
          </a:prstGeom>
        </p:spPr>
      </p:pic>
      <p:pic>
        <p:nvPicPr>
          <p:cNvPr id="289" name="Image 225" descr="preencoded.png"/>
          <p:cNvPicPr>
            <a:picLocks noChangeAspect="1"/>
          </p:cNvPicPr>
          <p:nvPr/>
        </p:nvPicPr>
        <p:blipFill>
          <a:blip r:embed="rId192"/>
          <a:stretch>
            <a:fillRect/>
          </a:stretch>
        </p:blipFill>
        <p:spPr>
          <a:xfrm>
            <a:off x="3562502" y="4525366"/>
            <a:ext cx="88697" cy="71323"/>
          </a:xfrm>
          <a:prstGeom prst="rect">
            <a:avLst/>
          </a:prstGeom>
        </p:spPr>
      </p:pic>
      <p:pic>
        <p:nvPicPr>
          <p:cNvPr id="290" name="Image 226" descr="preencoded.png"/>
          <p:cNvPicPr>
            <a:picLocks noChangeAspect="1"/>
          </p:cNvPicPr>
          <p:nvPr/>
        </p:nvPicPr>
        <p:blipFill>
          <a:blip r:embed="rId193"/>
          <a:stretch>
            <a:fillRect/>
          </a:stretch>
        </p:blipFill>
        <p:spPr>
          <a:xfrm>
            <a:off x="2699309" y="4534510"/>
            <a:ext cx="132588" cy="106070"/>
          </a:xfrm>
          <a:prstGeom prst="rect">
            <a:avLst/>
          </a:prstGeom>
        </p:spPr>
      </p:pic>
      <p:pic>
        <p:nvPicPr>
          <p:cNvPr id="291" name="Image 227" descr="preencoded.png"/>
          <p:cNvPicPr>
            <a:picLocks noChangeAspect="1"/>
          </p:cNvPicPr>
          <p:nvPr/>
        </p:nvPicPr>
        <p:blipFill>
          <a:blip r:embed="rId194"/>
          <a:stretch>
            <a:fillRect/>
          </a:stretch>
        </p:blipFill>
        <p:spPr>
          <a:xfrm>
            <a:off x="3478378" y="4540910"/>
            <a:ext cx="115214" cy="79553"/>
          </a:xfrm>
          <a:prstGeom prst="rect">
            <a:avLst/>
          </a:prstGeom>
        </p:spPr>
      </p:pic>
      <p:pic>
        <p:nvPicPr>
          <p:cNvPr id="292" name="Image 228" descr="preencoded.png"/>
          <p:cNvPicPr>
            <a:picLocks noChangeAspect="1"/>
          </p:cNvPicPr>
          <p:nvPr/>
        </p:nvPicPr>
        <p:blipFill>
          <a:blip r:embed="rId195"/>
          <a:stretch>
            <a:fillRect/>
          </a:stretch>
        </p:blipFill>
        <p:spPr>
          <a:xfrm>
            <a:off x="2837383" y="4572000"/>
            <a:ext cx="328270" cy="168250"/>
          </a:xfrm>
          <a:prstGeom prst="rect">
            <a:avLst/>
          </a:prstGeom>
        </p:spPr>
      </p:pic>
      <p:pic>
        <p:nvPicPr>
          <p:cNvPr id="293" name="Image 229" descr="preencoded.png"/>
          <p:cNvPicPr>
            <a:picLocks noChangeAspect="1"/>
          </p:cNvPicPr>
          <p:nvPr/>
        </p:nvPicPr>
        <p:blipFill>
          <a:blip r:embed="rId196"/>
          <a:stretch>
            <a:fillRect/>
          </a:stretch>
        </p:blipFill>
        <p:spPr>
          <a:xfrm>
            <a:off x="3605479" y="4572914"/>
            <a:ext cx="328270" cy="168250"/>
          </a:xfrm>
          <a:prstGeom prst="rect">
            <a:avLst/>
          </a:prstGeom>
        </p:spPr>
      </p:pic>
      <p:pic>
        <p:nvPicPr>
          <p:cNvPr id="294" name="Image 230" descr="preencoded.png"/>
          <p:cNvPicPr>
            <a:picLocks noChangeAspect="1"/>
          </p:cNvPicPr>
          <p:nvPr/>
        </p:nvPicPr>
        <p:blipFill>
          <a:blip r:embed="rId197"/>
          <a:stretch>
            <a:fillRect/>
          </a:stretch>
        </p:blipFill>
        <p:spPr>
          <a:xfrm>
            <a:off x="2717597" y="4575658"/>
            <a:ext cx="71323" cy="71323"/>
          </a:xfrm>
          <a:prstGeom prst="rect">
            <a:avLst/>
          </a:prstGeom>
        </p:spPr>
      </p:pic>
      <p:pic>
        <p:nvPicPr>
          <p:cNvPr id="295" name="Image 231" descr="preencoded.png"/>
          <p:cNvPicPr>
            <a:picLocks noChangeAspect="1"/>
          </p:cNvPicPr>
          <p:nvPr/>
        </p:nvPicPr>
        <p:blipFill>
          <a:blip r:embed="rId198"/>
          <a:stretch>
            <a:fillRect/>
          </a:stretch>
        </p:blipFill>
        <p:spPr>
          <a:xfrm>
            <a:off x="3479292" y="4579315"/>
            <a:ext cx="71323" cy="71323"/>
          </a:xfrm>
          <a:prstGeom prst="rect">
            <a:avLst/>
          </a:prstGeom>
        </p:spPr>
      </p:pic>
      <p:pic>
        <p:nvPicPr>
          <p:cNvPr id="296" name="Image 232" descr="preencoded.png"/>
          <p:cNvPicPr>
            <a:picLocks noChangeAspect="1"/>
          </p:cNvPicPr>
          <p:nvPr/>
        </p:nvPicPr>
        <p:blipFill>
          <a:blip r:embed="rId199"/>
          <a:stretch>
            <a:fillRect/>
          </a:stretch>
        </p:blipFill>
        <p:spPr>
          <a:xfrm>
            <a:off x="2801722" y="4604918"/>
            <a:ext cx="79553" cy="124358"/>
          </a:xfrm>
          <a:prstGeom prst="rect">
            <a:avLst/>
          </a:prstGeom>
        </p:spPr>
      </p:pic>
      <p:pic>
        <p:nvPicPr>
          <p:cNvPr id="297" name="Image 233" descr="preencoded.png"/>
          <p:cNvPicPr>
            <a:picLocks noChangeAspect="1"/>
          </p:cNvPicPr>
          <p:nvPr/>
        </p:nvPicPr>
        <p:blipFill>
          <a:blip r:embed="rId200"/>
          <a:stretch>
            <a:fillRect/>
          </a:stretch>
        </p:blipFill>
        <p:spPr>
          <a:xfrm>
            <a:off x="3567989" y="4607662"/>
            <a:ext cx="88697" cy="132588"/>
          </a:xfrm>
          <a:prstGeom prst="rect">
            <a:avLst/>
          </a:prstGeom>
        </p:spPr>
      </p:pic>
      <p:pic>
        <p:nvPicPr>
          <p:cNvPr id="298" name="Image 234" descr="preencoded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2599639" y="4613148"/>
            <a:ext cx="106070" cy="115214"/>
          </a:xfrm>
          <a:prstGeom prst="rect">
            <a:avLst/>
          </a:prstGeom>
        </p:spPr>
      </p:pic>
      <p:sp>
        <p:nvSpPr>
          <p:cNvPr id="299" name="Shape 62"/>
          <p:cNvSpPr/>
          <p:nvPr/>
        </p:nvSpPr>
        <p:spPr>
          <a:xfrm rot="-6084000">
            <a:off x="3364992" y="4615891"/>
            <a:ext cx="110642" cy="105156"/>
          </a:xfrm>
          <a:prstGeom prst="ellipse">
            <a:avLst/>
          </a:prstGeom>
          <a:solidFill>
            <a:srgbClr val="E9F1F9"/>
          </a:solidFill>
          <a:ln/>
        </p:spPr>
      </p:sp>
      <p:pic>
        <p:nvPicPr>
          <p:cNvPr id="300" name="Image 235" descr="preencoded.png"/>
          <p:cNvPicPr>
            <a:picLocks noChangeAspect="1"/>
          </p:cNvPicPr>
          <p:nvPr/>
        </p:nvPicPr>
        <p:blipFill>
          <a:blip r:embed="rId202"/>
          <a:stretch>
            <a:fillRect/>
          </a:stretch>
        </p:blipFill>
        <p:spPr>
          <a:xfrm>
            <a:off x="2713025" y="4622292"/>
            <a:ext cx="168250" cy="132588"/>
          </a:xfrm>
          <a:prstGeom prst="rect">
            <a:avLst/>
          </a:prstGeom>
        </p:spPr>
      </p:pic>
      <p:pic>
        <p:nvPicPr>
          <p:cNvPr id="301" name="Image 236" descr="preencoded.png"/>
          <p:cNvPicPr>
            <a:picLocks noChangeAspect="1"/>
          </p:cNvPicPr>
          <p:nvPr/>
        </p:nvPicPr>
        <p:blipFill>
          <a:blip r:embed="rId203"/>
          <a:stretch>
            <a:fillRect/>
          </a:stretch>
        </p:blipFill>
        <p:spPr>
          <a:xfrm>
            <a:off x="3480206" y="4625035"/>
            <a:ext cx="168250" cy="132588"/>
          </a:xfrm>
          <a:prstGeom prst="rect">
            <a:avLst/>
          </a:prstGeom>
        </p:spPr>
      </p:pic>
      <p:sp>
        <p:nvSpPr>
          <p:cNvPr id="302" name="Shape 63"/>
          <p:cNvSpPr/>
          <p:nvPr/>
        </p:nvSpPr>
        <p:spPr>
          <a:xfrm>
            <a:off x="2885846" y="4724705"/>
            <a:ext cx="108814" cy="108814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303" name="Shape 64"/>
          <p:cNvSpPr/>
          <p:nvPr/>
        </p:nvSpPr>
        <p:spPr>
          <a:xfrm>
            <a:off x="3654857" y="4724705"/>
            <a:ext cx="108814" cy="108814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304" name="Shape 65"/>
          <p:cNvSpPr/>
          <p:nvPr/>
        </p:nvSpPr>
        <p:spPr>
          <a:xfrm>
            <a:off x="5312664" y="2174443"/>
            <a:ext cx="48463" cy="48463"/>
          </a:xfrm>
          <a:prstGeom prst="ellipse">
            <a:avLst/>
          </a:prstGeom>
          <a:solidFill>
            <a:srgbClr val="092752"/>
          </a:solidFill>
          <a:ln/>
        </p:spPr>
      </p:sp>
      <p:sp>
        <p:nvSpPr>
          <p:cNvPr id="305" name="Shape 66"/>
          <p:cNvSpPr/>
          <p:nvPr/>
        </p:nvSpPr>
        <p:spPr>
          <a:xfrm rot="-2910000">
            <a:off x="5311750" y="2349094"/>
            <a:ext cx="51206" cy="47549"/>
          </a:xfrm>
          <a:prstGeom prst="ellipse">
            <a:avLst/>
          </a:prstGeom>
          <a:solidFill>
            <a:srgbClr val="092752"/>
          </a:solidFill>
          <a:ln/>
        </p:spPr>
      </p:sp>
      <p:sp>
        <p:nvSpPr>
          <p:cNvPr id="306" name="Shape 67"/>
          <p:cNvSpPr/>
          <p:nvPr/>
        </p:nvSpPr>
        <p:spPr>
          <a:xfrm>
            <a:off x="5311750" y="2522830"/>
            <a:ext cx="50292" cy="50292"/>
          </a:xfrm>
          <a:prstGeom prst="ellipse">
            <a:avLst/>
          </a:prstGeom>
          <a:solidFill>
            <a:srgbClr val="092752"/>
          </a:solidFill>
          <a:ln/>
        </p:spPr>
      </p:sp>
      <p:sp>
        <p:nvSpPr>
          <p:cNvPr id="307" name="Text 68"/>
          <p:cNvSpPr/>
          <p:nvPr/>
        </p:nvSpPr>
        <p:spPr>
          <a:xfrm>
            <a:off x="1828800" y="41148"/>
            <a:ext cx="7878470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22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SAC-based Network-Constrained Battery Scheduling Workflow</a:t>
            </a:r>
            <a:endParaRPr lang="en-US" sz="2227" dirty="0"/>
          </a:p>
        </p:txBody>
      </p:sp>
      <p:sp>
        <p:nvSpPr>
          <p:cNvPr id="308" name="Text 69"/>
          <p:cNvSpPr/>
          <p:nvPr/>
        </p:nvSpPr>
        <p:spPr>
          <a:xfrm>
            <a:off x="360274" y="673913"/>
            <a:ext cx="1136599" cy="245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64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</a:t>
            </a:r>
            <a:endParaRPr lang="en-US" sz="1647" dirty="0"/>
          </a:p>
        </p:txBody>
      </p:sp>
      <p:sp>
        <p:nvSpPr>
          <p:cNvPr id="309" name="Text 70"/>
          <p:cNvSpPr/>
          <p:nvPr/>
        </p:nvSpPr>
        <p:spPr>
          <a:xfrm>
            <a:off x="3610051" y="690372"/>
            <a:ext cx="113477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 Agent</a:t>
            </a:r>
            <a:endParaRPr lang="en-US" sz="1600" dirty="0"/>
          </a:p>
        </p:txBody>
      </p:sp>
      <p:sp>
        <p:nvSpPr>
          <p:cNvPr id="310" name="Text 71"/>
          <p:cNvSpPr/>
          <p:nvPr/>
        </p:nvSpPr>
        <p:spPr>
          <a:xfrm>
            <a:off x="7120306" y="712579"/>
            <a:ext cx="1056132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600" dirty="0"/>
          </a:p>
        </p:txBody>
      </p:sp>
      <p:sp>
        <p:nvSpPr>
          <p:cNvPr id="311" name="Text 72"/>
          <p:cNvSpPr/>
          <p:nvPr/>
        </p:nvSpPr>
        <p:spPr>
          <a:xfrm>
            <a:off x="9098280" y="703174"/>
            <a:ext cx="6528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</a:t>
            </a:r>
            <a:endParaRPr lang="en-US" sz="1600" dirty="0"/>
          </a:p>
        </p:txBody>
      </p:sp>
      <p:sp>
        <p:nvSpPr>
          <p:cNvPr id="312" name="Text 73"/>
          <p:cNvSpPr/>
          <p:nvPr/>
        </p:nvSpPr>
        <p:spPr>
          <a:xfrm>
            <a:off x="10901020" y="807415"/>
            <a:ext cx="275234" cy="195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endParaRPr lang="en-US" sz="1200" dirty="0"/>
          </a:p>
        </p:txBody>
      </p:sp>
      <p:sp>
        <p:nvSpPr>
          <p:cNvPr id="313" name="Text 74"/>
          <p:cNvSpPr/>
          <p:nvPr/>
        </p:nvSpPr>
        <p:spPr>
          <a:xfrm>
            <a:off x="7138721" y="951890"/>
            <a:ext cx="898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596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1596" dirty="0"/>
          </a:p>
        </p:txBody>
      </p:sp>
      <p:sp>
        <p:nvSpPr>
          <p:cNvPr id="314" name="Text 75"/>
          <p:cNvSpPr/>
          <p:nvPr/>
        </p:nvSpPr>
        <p:spPr>
          <a:xfrm>
            <a:off x="8960206" y="957377"/>
            <a:ext cx="844906" cy="2258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51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</a:t>
            </a:r>
            <a:endParaRPr lang="en-US" sz="1512" dirty="0"/>
          </a:p>
        </p:txBody>
      </p:sp>
      <p:sp>
        <p:nvSpPr>
          <p:cNvPr id="315" name="Text 76"/>
          <p:cNvSpPr/>
          <p:nvPr/>
        </p:nvSpPr>
        <p:spPr>
          <a:xfrm>
            <a:off x="10431018" y="859993"/>
            <a:ext cx="1023213" cy="194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6000"/>
              </a:lnSpc>
            </a:pPr>
            <a:r>
              <a:rPr lang="en-US" altLang="zh-CN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</a:t>
            </a:r>
            <a:r>
              <a:rPr lang="en-US" altLang="zh-CN" sz="1200" dirty="0"/>
              <a:t> </a:t>
            </a: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Thevenin</a:t>
            </a:r>
            <a:endParaRPr lang="en-US" sz="1200" dirty="0"/>
          </a:p>
        </p:txBody>
      </p:sp>
      <p:sp>
        <p:nvSpPr>
          <p:cNvPr id="316" name="Text 77"/>
          <p:cNvSpPr/>
          <p:nvPr/>
        </p:nvSpPr>
        <p:spPr>
          <a:xfrm>
            <a:off x="713232" y="1139342"/>
            <a:ext cx="101681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30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features</a:t>
            </a:r>
            <a:endParaRPr lang="en-US" sz="1307" dirty="0"/>
          </a:p>
        </p:txBody>
      </p:sp>
      <p:sp>
        <p:nvSpPr>
          <p:cNvPr id="317" name="Text 78"/>
          <p:cNvSpPr/>
          <p:nvPr/>
        </p:nvSpPr>
        <p:spPr>
          <a:xfrm>
            <a:off x="3138221" y="1251814"/>
            <a:ext cx="576072" cy="177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</a:t>
            </a:r>
            <a:endParaRPr lang="en-US" sz="1400" dirty="0"/>
          </a:p>
        </p:txBody>
      </p:sp>
      <p:sp>
        <p:nvSpPr>
          <p:cNvPr id="318" name="Text 79"/>
          <p:cNvSpPr/>
          <p:nvPr/>
        </p:nvSpPr>
        <p:spPr>
          <a:xfrm>
            <a:off x="720547" y="1379830"/>
            <a:ext cx="83119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(t, t + 1, ·· · )</a:t>
            </a:r>
            <a:endParaRPr lang="en-US" sz="1160" dirty="0"/>
          </a:p>
        </p:txBody>
      </p:sp>
      <p:sp>
        <p:nvSpPr>
          <p:cNvPr id="319" name="Text 80"/>
          <p:cNvSpPr/>
          <p:nvPr/>
        </p:nvSpPr>
        <p:spPr>
          <a:xfrm>
            <a:off x="3065983" y="1450695"/>
            <a:ext cx="736092" cy="180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400" dirty="0"/>
          </a:p>
        </p:txBody>
      </p:sp>
      <p:sp>
        <p:nvSpPr>
          <p:cNvPr id="320" name="Text 81"/>
          <p:cNvSpPr/>
          <p:nvPr/>
        </p:nvSpPr>
        <p:spPr>
          <a:xfrm>
            <a:off x="4833518" y="1462126"/>
            <a:ext cx="558698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</a:t>
            </a:r>
            <a:endParaRPr lang="en-US" sz="1400" dirty="0"/>
          </a:p>
        </p:txBody>
      </p:sp>
      <p:sp>
        <p:nvSpPr>
          <p:cNvPr id="323" name="Text 84"/>
          <p:cNvSpPr/>
          <p:nvPr/>
        </p:nvSpPr>
        <p:spPr>
          <a:xfrm>
            <a:off x="4860035" y="1660550"/>
            <a:ext cx="544983" cy="19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</a:t>
            </a:r>
            <a:endParaRPr lang="en-US" sz="1400" dirty="0"/>
          </a:p>
        </p:txBody>
      </p:sp>
      <p:sp>
        <p:nvSpPr>
          <p:cNvPr id="324" name="Text 85"/>
          <p:cNvSpPr/>
          <p:nvPr/>
        </p:nvSpPr>
        <p:spPr>
          <a:xfrm>
            <a:off x="703174" y="1816913"/>
            <a:ext cx="91805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 forecast/</a:t>
            </a:r>
            <a:endParaRPr lang="en-US" sz="1200" dirty="0"/>
          </a:p>
        </p:txBody>
      </p:sp>
      <p:sp>
        <p:nvSpPr>
          <p:cNvPr id="325" name="Text 86"/>
          <p:cNvSpPr/>
          <p:nvPr/>
        </p:nvSpPr>
        <p:spPr>
          <a:xfrm>
            <a:off x="7261251" y="1811426"/>
            <a:ext cx="76443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limits</a:t>
            </a:r>
            <a:endParaRPr lang="en-US" sz="1200" dirty="0"/>
          </a:p>
        </p:txBody>
      </p:sp>
      <p:sp>
        <p:nvSpPr>
          <p:cNvPr id="326" name="Text 87"/>
          <p:cNvSpPr/>
          <p:nvPr/>
        </p:nvSpPr>
        <p:spPr>
          <a:xfrm>
            <a:off x="704088" y="2029054"/>
            <a:ext cx="938174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 realization</a:t>
            </a:r>
            <a:endParaRPr lang="en-US" sz="1200" dirty="0"/>
          </a:p>
        </p:txBody>
      </p:sp>
      <p:sp>
        <p:nvSpPr>
          <p:cNvPr id="327" name="Text 88"/>
          <p:cNvSpPr/>
          <p:nvPr/>
        </p:nvSpPr>
        <p:spPr>
          <a:xfrm>
            <a:off x="7290379" y="2018081"/>
            <a:ext cx="885139" cy="231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(min/max)</a:t>
            </a:r>
            <a:endParaRPr lang="en-US" sz="1100" dirty="0"/>
          </a:p>
        </p:txBody>
      </p:sp>
      <p:sp>
        <p:nvSpPr>
          <p:cNvPr id="329" name="Text 90"/>
          <p:cNvSpPr/>
          <p:nvPr/>
        </p:nvSpPr>
        <p:spPr>
          <a:xfrm>
            <a:off x="699516" y="2267712"/>
            <a:ext cx="821131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39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</a:t>
            </a:r>
            <a:r>
              <a:rPr lang="en-US" sz="1392" baseline="-25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</a:t>
            </a:r>
            <a:r>
              <a:rPr lang="en-US" sz="139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</a:t>
            </a:r>
            <a:r>
              <a:rPr lang="en-US" sz="1392" baseline="-25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</a:t>
            </a:r>
            <a:r>
              <a:rPr lang="en-US" sz="139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392" dirty="0"/>
          </a:p>
        </p:txBody>
      </p:sp>
      <p:sp>
        <p:nvSpPr>
          <p:cNvPr id="330" name="Text 91"/>
          <p:cNvSpPr/>
          <p:nvPr/>
        </p:nvSpPr>
        <p:spPr>
          <a:xfrm>
            <a:off x="694030" y="2813609"/>
            <a:ext cx="1024128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(P</a:t>
            </a:r>
            <a:r>
              <a:rPr lang="en-US" sz="1200" baseline="-25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</a:t>
            </a: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</p:txBody>
      </p:sp>
      <p:sp>
        <p:nvSpPr>
          <p:cNvPr id="331" name="Text 92"/>
          <p:cNvSpPr/>
          <p:nvPr/>
        </p:nvSpPr>
        <p:spPr>
          <a:xfrm>
            <a:off x="7256679" y="2913584"/>
            <a:ext cx="884225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limits</a:t>
            </a:r>
            <a:endParaRPr lang="en-US" sz="1200" dirty="0"/>
          </a:p>
        </p:txBody>
      </p:sp>
      <p:sp>
        <p:nvSpPr>
          <p:cNvPr id="332" name="Text 93"/>
          <p:cNvSpPr/>
          <p:nvPr/>
        </p:nvSpPr>
        <p:spPr>
          <a:xfrm>
            <a:off x="9379001" y="2936138"/>
            <a:ext cx="1954073" cy="220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Pandapower AC Power</a:t>
            </a:r>
            <a:endParaRPr lang="en-US" sz="1400" dirty="0"/>
          </a:p>
        </p:txBody>
      </p:sp>
      <p:sp>
        <p:nvSpPr>
          <p:cNvPr id="333" name="Text 94"/>
          <p:cNvSpPr/>
          <p:nvPr/>
        </p:nvSpPr>
        <p:spPr>
          <a:xfrm>
            <a:off x="7342176" y="3136391"/>
            <a:ext cx="1013155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</a:t>
            </a:r>
            <a:r>
              <a:rPr lang="en-US" sz="1100" baseline="-25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</a:t>
            </a: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</a:t>
            </a:r>
            <a:r>
              <a:rPr lang="en-US" sz="1100" baseline="-25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</a:t>
            </a: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100" dirty="0"/>
          </a:p>
        </p:txBody>
      </p:sp>
      <p:sp>
        <p:nvSpPr>
          <p:cNvPr id="334" name="Text 95"/>
          <p:cNvSpPr/>
          <p:nvPr/>
        </p:nvSpPr>
        <p:spPr>
          <a:xfrm>
            <a:off x="6125818" y="3247822"/>
            <a:ext cx="5276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</a:t>
            </a:r>
            <a:endParaRPr lang="en-US" sz="1200" dirty="0"/>
          </a:p>
        </p:txBody>
      </p:sp>
      <p:sp>
        <p:nvSpPr>
          <p:cNvPr id="335" name="Text 96"/>
          <p:cNvSpPr/>
          <p:nvPr/>
        </p:nvSpPr>
        <p:spPr>
          <a:xfrm>
            <a:off x="9485071" y="3174797"/>
            <a:ext cx="153162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Settlement</a:t>
            </a:r>
            <a:endParaRPr lang="en-US" sz="1400" dirty="0"/>
          </a:p>
        </p:txBody>
      </p:sp>
      <p:sp>
        <p:nvSpPr>
          <p:cNvPr id="336" name="Text 97"/>
          <p:cNvSpPr/>
          <p:nvPr/>
        </p:nvSpPr>
        <p:spPr>
          <a:xfrm>
            <a:off x="707746" y="3394253"/>
            <a:ext cx="91348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Electricity</a:t>
            </a:r>
            <a:endParaRPr lang="en-US" sz="1100" dirty="0"/>
          </a:p>
        </p:txBody>
      </p:sp>
      <p:sp>
        <p:nvSpPr>
          <p:cNvPr id="337" name="Text 98"/>
          <p:cNvSpPr/>
          <p:nvPr/>
        </p:nvSpPr>
        <p:spPr>
          <a:xfrm>
            <a:off x="6143854" y="3441802"/>
            <a:ext cx="5614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338" name="Text 99"/>
          <p:cNvSpPr/>
          <p:nvPr/>
        </p:nvSpPr>
        <p:spPr>
          <a:xfrm>
            <a:off x="690372" y="3589020"/>
            <a:ext cx="703174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(Cel)</a:t>
            </a:r>
            <a:endParaRPr lang="en-US" sz="1100" dirty="0"/>
          </a:p>
        </p:txBody>
      </p:sp>
      <p:sp>
        <p:nvSpPr>
          <p:cNvPr id="339" name="Text 100"/>
          <p:cNvSpPr/>
          <p:nvPr/>
        </p:nvSpPr>
        <p:spPr>
          <a:xfrm>
            <a:off x="10131552" y="3583086"/>
            <a:ext cx="1365199" cy="180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voltages (V</a:t>
            </a:r>
            <a:r>
              <a:rPr lang="en-US" sz="1100" baseline="-25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</a:t>
            </a: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100" dirty="0"/>
          </a:p>
        </p:txBody>
      </p:sp>
      <p:sp>
        <p:nvSpPr>
          <p:cNvPr id="340" name="Text 101"/>
          <p:cNvSpPr/>
          <p:nvPr/>
        </p:nvSpPr>
        <p:spPr>
          <a:xfrm>
            <a:off x="6095847" y="3655676"/>
            <a:ext cx="6601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set-point</a:t>
            </a:r>
            <a:endParaRPr lang="en-US" sz="1200" dirty="0"/>
          </a:p>
        </p:txBody>
      </p:sp>
      <p:sp>
        <p:nvSpPr>
          <p:cNvPr id="341" name="Text 102"/>
          <p:cNvSpPr/>
          <p:nvPr/>
        </p:nvSpPr>
        <p:spPr>
          <a:xfrm>
            <a:off x="2655418" y="3760012"/>
            <a:ext cx="1285646" cy="213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 Networks</a:t>
            </a:r>
            <a:endParaRPr lang="en-US" sz="1400" dirty="0"/>
          </a:p>
        </p:txBody>
      </p:sp>
      <p:sp>
        <p:nvSpPr>
          <p:cNvPr id="343" name="Text 104"/>
          <p:cNvSpPr/>
          <p:nvPr/>
        </p:nvSpPr>
        <p:spPr>
          <a:xfrm>
            <a:off x="6212434" y="3857854"/>
            <a:ext cx="33924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</a:t>
            </a:r>
            <a:r>
              <a:rPr lang="en-US" sz="1200" baseline="-25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</p:txBody>
      </p:sp>
      <p:sp>
        <p:nvSpPr>
          <p:cNvPr id="344" name="Text 105"/>
          <p:cNvSpPr/>
          <p:nvPr/>
        </p:nvSpPr>
        <p:spPr>
          <a:xfrm>
            <a:off x="10121494" y="3964838"/>
            <a:ext cx="1458468" cy="161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Feeder loading (I</a:t>
            </a:r>
            <a:r>
              <a:rPr lang="en-US" sz="1100" baseline="-25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feeder</a:t>
            </a: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100" dirty="0"/>
          </a:p>
        </p:txBody>
      </p:sp>
      <p:sp>
        <p:nvSpPr>
          <p:cNvPr id="345" name="Text 106"/>
          <p:cNvSpPr/>
          <p:nvPr/>
        </p:nvSpPr>
        <p:spPr>
          <a:xfrm>
            <a:off x="688543" y="4135831"/>
            <a:ext cx="953719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of</a:t>
            </a:r>
            <a:endParaRPr lang="en-US" sz="1200" dirty="0"/>
          </a:p>
        </p:txBody>
      </p:sp>
      <p:sp>
        <p:nvSpPr>
          <p:cNvPr id="346" name="Text 107"/>
          <p:cNvSpPr/>
          <p:nvPr/>
        </p:nvSpPr>
        <p:spPr>
          <a:xfrm>
            <a:off x="7329679" y="4123030"/>
            <a:ext cx="694944" cy="220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200" dirty="0"/>
          </a:p>
        </p:txBody>
      </p:sp>
      <p:sp>
        <p:nvSpPr>
          <p:cNvPr id="347" name="Text 108"/>
          <p:cNvSpPr/>
          <p:nvPr/>
        </p:nvSpPr>
        <p:spPr>
          <a:xfrm>
            <a:off x="694944" y="4347972"/>
            <a:ext cx="1167689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 (SOC)</a:t>
            </a:r>
            <a:endParaRPr lang="en-US" sz="1200" dirty="0"/>
          </a:p>
        </p:txBody>
      </p:sp>
      <p:sp>
        <p:nvSpPr>
          <p:cNvPr id="348" name="Text 109"/>
          <p:cNvSpPr/>
          <p:nvPr/>
        </p:nvSpPr>
        <p:spPr>
          <a:xfrm>
            <a:off x="7383780" y="4342486"/>
            <a:ext cx="368503" cy="187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limits</a:t>
            </a:r>
            <a:endParaRPr lang="en-US" sz="1200" dirty="0"/>
          </a:p>
        </p:txBody>
      </p:sp>
      <p:sp>
        <p:nvSpPr>
          <p:cNvPr id="349" name="Text 110"/>
          <p:cNvSpPr/>
          <p:nvPr/>
        </p:nvSpPr>
        <p:spPr>
          <a:xfrm>
            <a:off x="10137953" y="4339742"/>
            <a:ext cx="131307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Import/export to grid</a:t>
            </a:r>
          </a:p>
          <a:p>
            <a:pPr marL="0" indent="0" algn="l">
              <a:lnSpc>
                <a:spcPct val="116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(</a:t>
            </a:r>
            <a:r>
              <a:rPr lang="en-US" sz="1100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P</a:t>
            </a:r>
            <a:r>
              <a:rPr lang="en-US" sz="1100" baseline="-25000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grid</a:t>
            </a:r>
            <a:r>
              <a:rPr lang="en-US" sz="1100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)</a:t>
            </a:r>
            <a:endParaRPr lang="en-US" sz="1100" dirty="0"/>
          </a:p>
        </p:txBody>
      </p:sp>
      <p:sp>
        <p:nvSpPr>
          <p:cNvPr id="350" name="Text 111"/>
          <p:cNvSpPr/>
          <p:nvPr/>
        </p:nvSpPr>
        <p:spPr>
          <a:xfrm>
            <a:off x="4568341" y="4764938"/>
            <a:ext cx="1175005" cy="168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Update</a:t>
            </a:r>
            <a:endParaRPr lang="en-US" sz="1400" dirty="0"/>
          </a:p>
        </p:txBody>
      </p:sp>
      <p:sp>
        <p:nvSpPr>
          <p:cNvPr id="351" name="Text 112"/>
          <p:cNvSpPr/>
          <p:nvPr/>
        </p:nvSpPr>
        <p:spPr>
          <a:xfrm>
            <a:off x="7143293" y="4792370"/>
            <a:ext cx="86502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Clip/reshape</a:t>
            </a:r>
            <a:endParaRPr lang="en-US" sz="1201" dirty="0"/>
          </a:p>
        </p:txBody>
      </p:sp>
      <p:sp>
        <p:nvSpPr>
          <p:cNvPr id="352" name="Text 113"/>
          <p:cNvSpPr/>
          <p:nvPr/>
        </p:nvSpPr>
        <p:spPr>
          <a:xfrm>
            <a:off x="718718" y="4911242"/>
            <a:ext cx="1038758" cy="220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Net-demand</a:t>
            </a:r>
            <a:endParaRPr lang="en-US" sz="1400" dirty="0"/>
          </a:p>
        </p:txBody>
      </p:sp>
      <p:sp>
        <p:nvSpPr>
          <p:cNvPr id="353" name="Text 114"/>
          <p:cNvSpPr/>
          <p:nvPr/>
        </p:nvSpPr>
        <p:spPr>
          <a:xfrm>
            <a:off x="4929530" y="4969764"/>
            <a:ext cx="47914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</a:t>
            </a:r>
            <a:endParaRPr lang="en-US" sz="1400" dirty="0"/>
          </a:p>
        </p:txBody>
      </p:sp>
      <p:sp>
        <p:nvSpPr>
          <p:cNvPr id="354" name="Text 115"/>
          <p:cNvSpPr/>
          <p:nvPr/>
        </p:nvSpPr>
        <p:spPr>
          <a:xfrm>
            <a:off x="7151522" y="4992624"/>
            <a:ext cx="945490" cy="166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infeasible at</a:t>
            </a:r>
            <a:endParaRPr lang="en-US" sz="1200" dirty="0"/>
          </a:p>
        </p:txBody>
      </p:sp>
      <p:sp>
        <p:nvSpPr>
          <p:cNvPr id="355" name="Text 116"/>
          <p:cNvSpPr/>
          <p:nvPr/>
        </p:nvSpPr>
        <p:spPr>
          <a:xfrm>
            <a:off x="676656" y="5136185"/>
            <a:ext cx="481889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</a:t>
            </a:r>
            <a:r>
              <a:rPr lang="en-US" sz="1400" baseline="-25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</a:t>
            </a: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400" dirty="0"/>
          </a:p>
        </p:txBody>
      </p:sp>
      <p:sp>
        <p:nvSpPr>
          <p:cNvPr id="356" name="Text 117"/>
          <p:cNvSpPr/>
          <p:nvPr/>
        </p:nvSpPr>
        <p:spPr>
          <a:xfrm>
            <a:off x="6980530" y="5184648"/>
            <a:ext cx="1175918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constraints</a:t>
            </a:r>
            <a:endParaRPr lang="en-US" sz="1200" dirty="0"/>
          </a:p>
        </p:txBody>
      </p:sp>
      <p:sp>
        <p:nvSpPr>
          <p:cNvPr id="357" name="Text 118"/>
          <p:cNvSpPr/>
          <p:nvPr/>
        </p:nvSpPr>
        <p:spPr>
          <a:xfrm>
            <a:off x="9396374" y="5195621"/>
            <a:ext cx="1756562" cy="220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600" dirty="0"/>
              <a:t>Reward &amp; Next State</a:t>
            </a:r>
          </a:p>
        </p:txBody>
      </p:sp>
      <p:sp>
        <p:nvSpPr>
          <p:cNvPr id="358" name="Text 119"/>
          <p:cNvSpPr/>
          <p:nvPr/>
        </p:nvSpPr>
        <p:spPr>
          <a:xfrm>
            <a:off x="9367114" y="5601614"/>
            <a:ext cx="1848917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0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cost </a:t>
            </a:r>
            <a:endParaRPr lang="en-US" sz="1101" dirty="0"/>
          </a:p>
        </p:txBody>
      </p:sp>
      <p:sp>
        <p:nvSpPr>
          <p:cNvPr id="359" name="Text 120"/>
          <p:cNvSpPr/>
          <p:nvPr/>
        </p:nvSpPr>
        <p:spPr>
          <a:xfrm>
            <a:off x="6035040" y="5719572"/>
            <a:ext cx="821131" cy="207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38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(r</a:t>
            </a:r>
            <a:r>
              <a:rPr lang="en-US" sz="1387" baseline="-25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r>
              <a:rPr lang="en-US" sz="138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387" dirty="0"/>
          </a:p>
        </p:txBody>
      </p:sp>
      <p:sp>
        <p:nvSpPr>
          <p:cNvPr id="360" name="Text 121"/>
          <p:cNvSpPr/>
          <p:nvPr/>
        </p:nvSpPr>
        <p:spPr>
          <a:xfrm>
            <a:off x="9364370" y="5939942"/>
            <a:ext cx="121706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197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penalties</a:t>
            </a:r>
            <a:endParaRPr lang="en-US" sz="1197" dirty="0"/>
          </a:p>
        </p:txBody>
      </p:sp>
      <p:sp>
        <p:nvSpPr>
          <p:cNvPr id="361" name="Text 122"/>
          <p:cNvSpPr/>
          <p:nvPr/>
        </p:nvSpPr>
        <p:spPr>
          <a:xfrm>
            <a:off x="9354312" y="6142939"/>
            <a:ext cx="1167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16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(Penaltynetwork)</a:t>
            </a:r>
            <a:endParaRPr lang="en-US" sz="1216" dirty="0"/>
          </a:p>
        </p:txBody>
      </p:sp>
      <p:sp>
        <p:nvSpPr>
          <p:cNvPr id="362" name="Text 123"/>
          <p:cNvSpPr/>
          <p:nvPr/>
        </p:nvSpPr>
        <p:spPr>
          <a:xfrm>
            <a:off x="4145890" y="6500470"/>
            <a:ext cx="1224382" cy="195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state (S</a:t>
            </a:r>
            <a:r>
              <a:rPr lang="en-US" sz="1300" baseline="-25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t+1</a:t>
            </a: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300" dirty="0"/>
          </a:p>
        </p:txBody>
      </p:sp>
      <p:sp>
        <p:nvSpPr>
          <p:cNvPr id="363" name="Text 124"/>
          <p:cNvSpPr/>
          <p:nvPr/>
        </p:nvSpPr>
        <p:spPr>
          <a:xfrm>
            <a:off x="9365285" y="6491326"/>
            <a:ext cx="1874520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4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SOC-shaping (Penaltysoc)</a:t>
            </a:r>
            <a:endParaRPr lang="en-US" sz="1241" dirty="0"/>
          </a:p>
        </p:txBody>
      </p:sp>
      <p:sp>
        <p:nvSpPr>
          <p:cNvPr id="364" name="Shape 40">
            <a:extLst>
              <a:ext uri="{FF2B5EF4-FFF2-40B4-BE49-F238E27FC236}">
                <a16:creationId xmlns:a16="http://schemas.microsoft.com/office/drawing/2014/main" id="{B39CCCD9-D84A-898C-0E50-B443F6678707}"/>
              </a:ext>
            </a:extLst>
          </p:cNvPr>
          <p:cNvSpPr/>
          <p:nvPr/>
        </p:nvSpPr>
        <p:spPr>
          <a:xfrm>
            <a:off x="3710852" y="2233686"/>
            <a:ext cx="148589" cy="137449"/>
          </a:xfrm>
          <a:prstGeom prst="ellipse">
            <a:avLst/>
          </a:prstGeom>
          <a:solidFill>
            <a:srgbClr val="E9F1F9"/>
          </a:solidFill>
          <a:ln/>
        </p:spPr>
      </p:sp>
      <p:sp>
        <p:nvSpPr>
          <p:cNvPr id="375" name="箭头: 右 374">
            <a:extLst>
              <a:ext uri="{FF2B5EF4-FFF2-40B4-BE49-F238E27FC236}">
                <a16:creationId xmlns:a16="http://schemas.microsoft.com/office/drawing/2014/main" id="{F4BB3810-AF2A-AC74-9B34-EB4B3A9D2803}"/>
              </a:ext>
            </a:extLst>
          </p:cNvPr>
          <p:cNvSpPr/>
          <p:nvPr/>
        </p:nvSpPr>
        <p:spPr>
          <a:xfrm>
            <a:off x="10053828" y="930947"/>
            <a:ext cx="296494" cy="72150"/>
          </a:xfrm>
          <a:prstGeom prst="rightArrow">
            <a:avLst>
              <a:gd name="adj1" fmla="val 50000"/>
              <a:gd name="adj2" fmla="val 168823"/>
            </a:avLst>
          </a:prstGeom>
          <a:solidFill>
            <a:srgbClr val="0927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77" name="Image 119" descr="preencoded.png">
            <a:extLst>
              <a:ext uri="{FF2B5EF4-FFF2-40B4-BE49-F238E27FC236}">
                <a16:creationId xmlns:a16="http://schemas.microsoft.com/office/drawing/2014/main" id="{580693EA-1505-9F7E-BAF5-089267D67961}"/>
              </a:ext>
            </a:extLst>
          </p:cNvPr>
          <p:cNvPicPr>
            <a:picLocks noChangeAspect="1"/>
          </p:cNvPicPr>
          <p:nvPr/>
        </p:nvPicPr>
        <p:blipFill>
          <a:blip r:embed="rId95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372193" y="1183234"/>
            <a:ext cx="1464715" cy="315010"/>
          </a:xfrm>
          <a:prstGeom prst="rect">
            <a:avLst/>
          </a:prstGeom>
        </p:spPr>
      </p:pic>
      <p:sp>
        <p:nvSpPr>
          <p:cNvPr id="226" name="文本框 225">
            <a:extLst>
              <a:ext uri="{FF2B5EF4-FFF2-40B4-BE49-F238E27FC236}">
                <a16:creationId xmlns:a16="http://schemas.microsoft.com/office/drawing/2014/main" id="{777EC8E0-85E2-5CEE-7B37-FCAD20CFE20B}"/>
              </a:ext>
            </a:extLst>
          </p:cNvPr>
          <p:cNvSpPr txBox="1"/>
          <p:nvPr/>
        </p:nvSpPr>
        <p:spPr>
          <a:xfrm>
            <a:off x="10372193" y="1207072"/>
            <a:ext cx="80406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latin typeface="Arial" panose="020B0604020202020204" pitchFamily="34" charset="0"/>
                <a:cs typeface="Arial" panose="020B0604020202020204" pitchFamily="34" charset="0"/>
              </a:rPr>
              <a:t>Rint</a:t>
            </a:r>
            <a:r>
              <a:rPr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 only</a:t>
            </a:r>
            <a:endParaRPr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8" name="箭头: 右 377">
            <a:extLst>
              <a:ext uri="{FF2B5EF4-FFF2-40B4-BE49-F238E27FC236}">
                <a16:creationId xmlns:a16="http://schemas.microsoft.com/office/drawing/2014/main" id="{B6341488-D6C4-3740-C314-E5E5546F8D19}"/>
              </a:ext>
            </a:extLst>
          </p:cNvPr>
          <p:cNvSpPr/>
          <p:nvPr/>
        </p:nvSpPr>
        <p:spPr>
          <a:xfrm>
            <a:off x="10057981" y="1316316"/>
            <a:ext cx="296494" cy="72150"/>
          </a:xfrm>
          <a:prstGeom prst="rightArrow">
            <a:avLst>
              <a:gd name="adj1" fmla="val 50000"/>
              <a:gd name="adj2" fmla="val 168823"/>
            </a:avLst>
          </a:prstGeom>
          <a:solidFill>
            <a:srgbClr val="0927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81" name="Image 119" descr="preencoded.png">
            <a:extLst>
              <a:ext uri="{FF2B5EF4-FFF2-40B4-BE49-F238E27FC236}">
                <a16:creationId xmlns:a16="http://schemas.microsoft.com/office/drawing/2014/main" id="{A2F1A3F3-A35E-BE25-3837-F34DB72BAE97}"/>
              </a:ext>
            </a:extLst>
          </p:cNvPr>
          <p:cNvPicPr>
            <a:picLocks noChangeAspect="1"/>
          </p:cNvPicPr>
          <p:nvPr/>
        </p:nvPicPr>
        <p:blipFill>
          <a:blip r:embed="rId95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362876" y="2229745"/>
            <a:ext cx="1474032" cy="315010"/>
          </a:xfrm>
          <a:prstGeom prst="rect">
            <a:avLst/>
          </a:prstGeom>
        </p:spPr>
      </p:pic>
      <p:pic>
        <p:nvPicPr>
          <p:cNvPr id="382" name="Image 119" descr="preencoded.png">
            <a:extLst>
              <a:ext uri="{FF2B5EF4-FFF2-40B4-BE49-F238E27FC236}">
                <a16:creationId xmlns:a16="http://schemas.microsoft.com/office/drawing/2014/main" id="{7BD3A326-36CA-9412-2389-4206E0B73A30}"/>
              </a:ext>
            </a:extLst>
          </p:cNvPr>
          <p:cNvPicPr>
            <a:picLocks noChangeAspect="1"/>
          </p:cNvPicPr>
          <p:nvPr/>
        </p:nvPicPr>
        <p:blipFill>
          <a:blip r:embed="rId95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354474" y="1894105"/>
            <a:ext cx="1482433" cy="315010"/>
          </a:xfrm>
          <a:prstGeom prst="rect">
            <a:avLst/>
          </a:prstGeom>
        </p:spPr>
      </p:pic>
      <p:pic>
        <p:nvPicPr>
          <p:cNvPr id="383" name="Image 119" descr="preencoded.png">
            <a:extLst>
              <a:ext uri="{FF2B5EF4-FFF2-40B4-BE49-F238E27FC236}">
                <a16:creationId xmlns:a16="http://schemas.microsoft.com/office/drawing/2014/main" id="{3D33D365-C53D-7B36-F9FF-192CF47A7273}"/>
              </a:ext>
            </a:extLst>
          </p:cNvPr>
          <p:cNvPicPr>
            <a:picLocks noChangeAspect="1"/>
          </p:cNvPicPr>
          <p:nvPr/>
        </p:nvPicPr>
        <p:blipFill>
          <a:blip r:embed="rId95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359696" y="1543507"/>
            <a:ext cx="1477212" cy="315010"/>
          </a:xfrm>
          <a:prstGeom prst="rect">
            <a:avLst/>
          </a:prstGeom>
        </p:spPr>
      </p:pic>
      <p:sp>
        <p:nvSpPr>
          <p:cNvPr id="321" name="Text 82"/>
          <p:cNvSpPr/>
          <p:nvPr/>
        </p:nvSpPr>
        <p:spPr>
          <a:xfrm>
            <a:off x="10459840" y="1611993"/>
            <a:ext cx="901141" cy="20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</a:t>
            </a:r>
            <a:r>
              <a:rPr lang="en-US" altLang="zh-CN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</a:t>
            </a:r>
            <a:endParaRPr lang="en-US" sz="1200" dirty="0"/>
          </a:p>
        </p:txBody>
      </p:sp>
      <p:sp>
        <p:nvSpPr>
          <p:cNvPr id="373" name="文本框 372">
            <a:extLst>
              <a:ext uri="{FF2B5EF4-FFF2-40B4-BE49-F238E27FC236}">
                <a16:creationId xmlns:a16="http://schemas.microsoft.com/office/drawing/2014/main" id="{AA76B71A-3357-A091-2C47-C0389AC04C0A}"/>
              </a:ext>
            </a:extLst>
          </p:cNvPr>
          <p:cNvSpPr txBox="1"/>
          <p:nvPr/>
        </p:nvSpPr>
        <p:spPr>
          <a:xfrm>
            <a:off x="10292028" y="1904939"/>
            <a:ext cx="15357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 err="1">
                <a:latin typeface="Arial" panose="020B0604020202020204" pitchFamily="34" charset="0"/>
                <a:cs typeface="Arial" panose="020B0604020202020204" pitchFamily="34" charset="0"/>
              </a:rPr>
              <a:t>Rint</a:t>
            </a:r>
            <a:r>
              <a:rPr lang="en-US" altLang="zh-CN" sz="1200" dirty="0">
                <a:latin typeface="Arial" panose="020B0604020202020204" pitchFamily="34" charset="0"/>
                <a:cs typeface="Arial" panose="020B0604020202020204" pitchFamily="34" charset="0"/>
              </a:rPr>
              <a:t> thermal stress</a:t>
            </a:r>
            <a:endParaRPr lang="zh-CN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8" name="Text 89"/>
          <p:cNvSpPr/>
          <p:nvPr/>
        </p:nvSpPr>
        <p:spPr>
          <a:xfrm>
            <a:off x="10379690" y="2287829"/>
            <a:ext cx="6044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</a:t>
            </a:r>
            <a:endParaRPr lang="en-US" sz="1200" dirty="0"/>
          </a:p>
        </p:txBody>
      </p:sp>
      <p:sp>
        <p:nvSpPr>
          <p:cNvPr id="384" name="箭头: 右 383">
            <a:extLst>
              <a:ext uri="{FF2B5EF4-FFF2-40B4-BE49-F238E27FC236}">
                <a16:creationId xmlns:a16="http://schemas.microsoft.com/office/drawing/2014/main" id="{96224677-13F4-C994-B092-8649892A62DA}"/>
              </a:ext>
            </a:extLst>
          </p:cNvPr>
          <p:cNvSpPr/>
          <p:nvPr/>
        </p:nvSpPr>
        <p:spPr>
          <a:xfrm>
            <a:off x="10063202" y="1662467"/>
            <a:ext cx="296494" cy="72150"/>
          </a:xfrm>
          <a:prstGeom prst="rightArrow">
            <a:avLst>
              <a:gd name="adj1" fmla="val 50000"/>
              <a:gd name="adj2" fmla="val 168823"/>
            </a:avLst>
          </a:prstGeom>
          <a:solidFill>
            <a:srgbClr val="0927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5" name="箭头: 右 384">
            <a:extLst>
              <a:ext uri="{FF2B5EF4-FFF2-40B4-BE49-F238E27FC236}">
                <a16:creationId xmlns:a16="http://schemas.microsoft.com/office/drawing/2014/main" id="{F08D0E7D-0182-064E-F133-A5AA53D0458C}"/>
              </a:ext>
            </a:extLst>
          </p:cNvPr>
          <p:cNvSpPr/>
          <p:nvPr/>
        </p:nvSpPr>
        <p:spPr>
          <a:xfrm>
            <a:off x="10063202" y="2022653"/>
            <a:ext cx="296494" cy="72150"/>
          </a:xfrm>
          <a:prstGeom prst="rightArrow">
            <a:avLst>
              <a:gd name="adj1" fmla="val 50000"/>
              <a:gd name="adj2" fmla="val 168823"/>
            </a:avLst>
          </a:prstGeom>
          <a:solidFill>
            <a:srgbClr val="0927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6" name="箭头: 右 385">
            <a:extLst>
              <a:ext uri="{FF2B5EF4-FFF2-40B4-BE49-F238E27FC236}">
                <a16:creationId xmlns:a16="http://schemas.microsoft.com/office/drawing/2014/main" id="{CE401D37-B912-B9B2-BC86-931C6FE3066D}"/>
              </a:ext>
            </a:extLst>
          </p:cNvPr>
          <p:cNvSpPr/>
          <p:nvPr/>
        </p:nvSpPr>
        <p:spPr>
          <a:xfrm>
            <a:off x="10061143" y="2352432"/>
            <a:ext cx="296494" cy="72150"/>
          </a:xfrm>
          <a:prstGeom prst="rightArrow">
            <a:avLst>
              <a:gd name="adj1" fmla="val 50000"/>
              <a:gd name="adj2" fmla="val 168823"/>
            </a:avLst>
          </a:prstGeom>
          <a:solidFill>
            <a:srgbClr val="0927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151</Words>
  <Application>Microsoft Office PowerPoint</Application>
  <PresentationFormat>宽屏</PresentationFormat>
  <Paragraphs>58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WJ T</cp:lastModifiedBy>
  <cp:revision>5</cp:revision>
  <dcterms:created xsi:type="dcterms:W3CDTF">2026-04-11T00:18:00Z</dcterms:created>
  <dcterms:modified xsi:type="dcterms:W3CDTF">2026-04-18T15:04:54Z</dcterms:modified>
</cp:coreProperties>
</file>