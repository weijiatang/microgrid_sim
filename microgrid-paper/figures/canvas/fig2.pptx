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image" Target="../media/image-1-37.png"/><Relationship Id="rId38" Type="http://schemas.openxmlformats.org/officeDocument/2006/relationships/image" Target="../media/image-1-38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image" Target="../media/image-1-41.png"/><Relationship Id="rId42" Type="http://schemas.openxmlformats.org/officeDocument/2006/relationships/image" Target="../media/image-1-42.png"/><Relationship Id="rId43" Type="http://schemas.openxmlformats.org/officeDocument/2006/relationships/image" Target="../media/image-1-43.png"/><Relationship Id="rId44" Type="http://schemas.openxmlformats.org/officeDocument/2006/relationships/image" Target="../media/image-1-44.png"/><Relationship Id="rId45" Type="http://schemas.openxmlformats.org/officeDocument/2006/relationships/image" Target="../media/image-1-45.png"/><Relationship Id="rId46" Type="http://schemas.openxmlformats.org/officeDocument/2006/relationships/image" Target="../media/image-1-46.png"/><Relationship Id="rId47" Type="http://schemas.openxmlformats.org/officeDocument/2006/relationships/image" Target="../media/image-1-47.png"/><Relationship Id="rId48" Type="http://schemas.openxmlformats.org/officeDocument/2006/relationships/image" Target="../media/image-1-48.png"/><Relationship Id="rId49" Type="http://schemas.openxmlformats.org/officeDocument/2006/relationships/image" Target="../media/image-1-49.png"/><Relationship Id="rId50" Type="http://schemas.openxmlformats.org/officeDocument/2006/relationships/image" Target="../media/image-1-50.png"/><Relationship Id="rId51" Type="http://schemas.openxmlformats.org/officeDocument/2006/relationships/image" Target="../media/image-1-51.png"/><Relationship Id="rId52" Type="http://schemas.openxmlformats.org/officeDocument/2006/relationships/image" Target="../media/image-1-52.png"/><Relationship Id="rId53" Type="http://schemas.openxmlformats.org/officeDocument/2006/relationships/image" Target="../media/image-1-53.png"/><Relationship Id="rId54" Type="http://schemas.openxmlformats.org/officeDocument/2006/relationships/image" Target="../media/image-1-54.png"/><Relationship Id="rId55" Type="http://schemas.openxmlformats.org/officeDocument/2006/relationships/image" Target="../media/image-1-55.png"/><Relationship Id="rId56" Type="http://schemas.openxmlformats.org/officeDocument/2006/relationships/image" Target="../media/image-1-56.png"/><Relationship Id="rId57" Type="http://schemas.openxmlformats.org/officeDocument/2006/relationships/image" Target="../media/image-1-57.png"/><Relationship Id="rId58" Type="http://schemas.openxmlformats.org/officeDocument/2006/relationships/image" Target="../media/image-1-58.png"/><Relationship Id="rId59" Type="http://schemas.openxmlformats.org/officeDocument/2006/relationships/image" Target="../media/image-1-59.png"/><Relationship Id="rId60" Type="http://schemas.openxmlformats.org/officeDocument/2006/relationships/image" Target="../media/image-1-60.png"/><Relationship Id="rId61" Type="http://schemas.openxmlformats.org/officeDocument/2006/relationships/image" Target="../media/image-1-61.png"/><Relationship Id="rId62" Type="http://schemas.openxmlformats.org/officeDocument/2006/relationships/image" Target="../media/image-1-62.png"/><Relationship Id="rId63" Type="http://schemas.openxmlformats.org/officeDocument/2006/relationships/image" Target="../media/image-1-63.png"/><Relationship Id="rId64" Type="http://schemas.openxmlformats.org/officeDocument/2006/relationships/image" Target="../media/image-1-64.png"/><Relationship Id="rId65" Type="http://schemas.openxmlformats.org/officeDocument/2006/relationships/image" Target="../media/image-1-65.png"/><Relationship Id="rId66" Type="http://schemas.openxmlformats.org/officeDocument/2006/relationships/image" Target="../media/image-1-66.png"/><Relationship Id="rId67" Type="http://schemas.openxmlformats.org/officeDocument/2006/relationships/image" Target="../media/image-1-67.png"/><Relationship Id="rId68" Type="http://schemas.openxmlformats.org/officeDocument/2006/relationships/image" Target="../media/image-1-68.png"/><Relationship Id="rId69" Type="http://schemas.openxmlformats.org/officeDocument/2006/relationships/image" Target="../media/image-1-69.png"/><Relationship Id="rId70" Type="http://schemas.openxmlformats.org/officeDocument/2006/relationships/image" Target="../media/image-1-70.png"/><Relationship Id="rId71" Type="http://schemas.openxmlformats.org/officeDocument/2006/relationships/image" Target="../media/image-1-71.png"/><Relationship Id="rId72" Type="http://schemas.openxmlformats.org/officeDocument/2006/relationships/image" Target="../media/image-1-72.png"/><Relationship Id="rId73" Type="http://schemas.openxmlformats.org/officeDocument/2006/relationships/image" Target="../media/image-1-73.png"/><Relationship Id="rId74" Type="http://schemas.openxmlformats.org/officeDocument/2006/relationships/image" Target="../media/image-1-74.png"/><Relationship Id="rId75" Type="http://schemas.openxmlformats.org/officeDocument/2006/relationships/image" Target="../media/image-1-75.png"/><Relationship Id="rId76" Type="http://schemas.openxmlformats.org/officeDocument/2006/relationships/image" Target="../media/image-1-76.png"/><Relationship Id="rId77" Type="http://schemas.openxmlformats.org/officeDocument/2006/relationships/image" Target="../media/image-1-77.png"/><Relationship Id="rId78" Type="http://schemas.openxmlformats.org/officeDocument/2006/relationships/image" Target="../media/image-1-78.png"/><Relationship Id="rId79" Type="http://schemas.openxmlformats.org/officeDocument/2006/relationships/image" Target="../media/image-1-79.png"/><Relationship Id="rId80" Type="http://schemas.openxmlformats.org/officeDocument/2006/relationships/image" Target="../media/image-1-80.png"/><Relationship Id="rId81" Type="http://schemas.openxmlformats.org/officeDocument/2006/relationships/image" Target="../media/image-1-81.png"/><Relationship Id="rId82" Type="http://schemas.openxmlformats.org/officeDocument/2006/relationships/image" Target="../media/image-1-82.png"/><Relationship Id="rId83" Type="http://schemas.openxmlformats.org/officeDocument/2006/relationships/image" Target="../media/image-1-83.png"/><Relationship Id="rId84" Type="http://schemas.openxmlformats.org/officeDocument/2006/relationships/image" Target="../media/image-1-84.png"/><Relationship Id="rId85" Type="http://schemas.openxmlformats.org/officeDocument/2006/relationships/image" Target="../media/image-1-85.png"/><Relationship Id="rId86" Type="http://schemas.openxmlformats.org/officeDocument/2006/relationships/image" Target="../media/image-1-86.png"/><Relationship Id="rId87" Type="http://schemas.openxmlformats.org/officeDocument/2006/relationships/image" Target="../media/image-1-87.png"/><Relationship Id="rId88" Type="http://schemas.openxmlformats.org/officeDocument/2006/relationships/image" Target="../media/image-1-88.png"/><Relationship Id="rId89" Type="http://schemas.openxmlformats.org/officeDocument/2006/relationships/image" Target="../media/image-1-89.png"/><Relationship Id="rId90" Type="http://schemas.openxmlformats.org/officeDocument/2006/relationships/image" Target="../media/image-1-90.png"/><Relationship Id="rId91" Type="http://schemas.openxmlformats.org/officeDocument/2006/relationships/image" Target="../media/image-1-91.png"/><Relationship Id="rId92" Type="http://schemas.openxmlformats.org/officeDocument/2006/relationships/image" Target="../media/image-1-92.png"/><Relationship Id="rId93" Type="http://schemas.openxmlformats.org/officeDocument/2006/relationships/image" Target="../media/image-1-93.png"/><Relationship Id="rId94" Type="http://schemas.openxmlformats.org/officeDocument/2006/relationships/image" Target="../media/image-1-94.png"/><Relationship Id="rId95" Type="http://schemas.openxmlformats.org/officeDocument/2006/relationships/image" Target="../media/image-1-95.png"/><Relationship Id="rId96" Type="http://schemas.openxmlformats.org/officeDocument/2006/relationships/image" Target="../media/image-1-96.png"/><Relationship Id="rId97" Type="http://schemas.openxmlformats.org/officeDocument/2006/relationships/image" Target="../media/image-1-97.png"/><Relationship Id="rId98" Type="http://schemas.openxmlformats.org/officeDocument/2006/relationships/image" Target="../media/image-1-98.png"/><Relationship Id="rId99" Type="http://schemas.openxmlformats.org/officeDocument/2006/relationships/image" Target="../media/image-1-99.png"/><Relationship Id="rId100" Type="http://schemas.openxmlformats.org/officeDocument/2006/relationships/image" Target="../media/image-1-100.png"/><Relationship Id="rId101" Type="http://schemas.openxmlformats.org/officeDocument/2006/relationships/image" Target="../media/image-1-101.png"/><Relationship Id="rId102" Type="http://schemas.openxmlformats.org/officeDocument/2006/relationships/image" Target="../media/image-1-102.png"/><Relationship Id="rId103" Type="http://schemas.openxmlformats.org/officeDocument/2006/relationships/image" Target="../media/image-1-103.png"/><Relationship Id="rId104" Type="http://schemas.openxmlformats.org/officeDocument/2006/relationships/image" Target="../media/image-1-104.png"/><Relationship Id="rId105" Type="http://schemas.openxmlformats.org/officeDocument/2006/relationships/image" Target="../media/image-1-105.png"/><Relationship Id="rId106" Type="http://schemas.openxmlformats.org/officeDocument/2006/relationships/image" Target="../media/image-1-106.png"/><Relationship Id="rId107" Type="http://schemas.openxmlformats.org/officeDocument/2006/relationships/image" Target="../media/image-1-107.png"/><Relationship Id="rId108" Type="http://schemas.openxmlformats.org/officeDocument/2006/relationships/image" Target="../media/image-1-108.png"/><Relationship Id="rId109" Type="http://schemas.openxmlformats.org/officeDocument/2006/relationships/image" Target="../media/image-1-109.png"/><Relationship Id="rId110" Type="http://schemas.openxmlformats.org/officeDocument/2006/relationships/image" Target="../media/image-1-110.png"/><Relationship Id="rId111" Type="http://schemas.openxmlformats.org/officeDocument/2006/relationships/image" Target="../media/image-1-111.png"/><Relationship Id="rId112" Type="http://schemas.openxmlformats.org/officeDocument/2006/relationships/image" Target="../media/image-1-112.png"/><Relationship Id="rId113" Type="http://schemas.openxmlformats.org/officeDocument/2006/relationships/image" Target="../media/image-1-113.png"/><Relationship Id="rId114" Type="http://schemas.openxmlformats.org/officeDocument/2006/relationships/image" Target="../media/image-1-114.png"/><Relationship Id="rId115" Type="http://schemas.openxmlformats.org/officeDocument/2006/relationships/image" Target="../media/image-1-115.png"/><Relationship Id="rId116" Type="http://schemas.openxmlformats.org/officeDocument/2006/relationships/image" Target="../media/image-1-116.png"/><Relationship Id="rId117" Type="http://schemas.openxmlformats.org/officeDocument/2006/relationships/image" Target="../media/image-1-117.png"/><Relationship Id="rId118" Type="http://schemas.openxmlformats.org/officeDocument/2006/relationships/image" Target="../media/image-1-118.png"/><Relationship Id="rId119" Type="http://schemas.openxmlformats.org/officeDocument/2006/relationships/image" Target="../media/image-1-119.png"/><Relationship Id="rId120" Type="http://schemas.openxmlformats.org/officeDocument/2006/relationships/image" Target="../media/image-1-120.png"/><Relationship Id="rId121" Type="http://schemas.openxmlformats.org/officeDocument/2006/relationships/image" Target="../media/image-1-121.png"/><Relationship Id="rId122" Type="http://schemas.openxmlformats.org/officeDocument/2006/relationships/image" Target="../media/image-1-122.png"/><Relationship Id="rId123" Type="http://schemas.openxmlformats.org/officeDocument/2006/relationships/image" Target="../media/image-1-123.png"/><Relationship Id="rId124" Type="http://schemas.openxmlformats.org/officeDocument/2006/relationships/image" Target="../media/image-1-124.png"/><Relationship Id="rId125" Type="http://schemas.openxmlformats.org/officeDocument/2006/relationships/image" Target="../media/image-1-125.png"/><Relationship Id="rId126" Type="http://schemas.openxmlformats.org/officeDocument/2006/relationships/image" Target="../media/image-1-126.png"/><Relationship Id="rId127" Type="http://schemas.openxmlformats.org/officeDocument/2006/relationships/image" Target="../media/image-1-127.png"/><Relationship Id="rId128" Type="http://schemas.openxmlformats.org/officeDocument/2006/relationships/image" Target="../media/image-1-128.png"/><Relationship Id="rId129" Type="http://schemas.openxmlformats.org/officeDocument/2006/relationships/image" Target="../media/image-1-129.png"/><Relationship Id="rId130" Type="http://schemas.openxmlformats.org/officeDocument/2006/relationships/image" Target="../media/image-1-130.png"/><Relationship Id="rId131" Type="http://schemas.openxmlformats.org/officeDocument/2006/relationships/image" Target="../media/image-1-131.png"/><Relationship Id="rId132" Type="http://schemas.openxmlformats.org/officeDocument/2006/relationships/image" Target="../media/image-1-132.png"/><Relationship Id="rId133" Type="http://schemas.openxmlformats.org/officeDocument/2006/relationships/image" Target="../media/image-1-133.png"/><Relationship Id="rId134" Type="http://schemas.openxmlformats.org/officeDocument/2006/relationships/image" Target="../media/image-1-134.png"/><Relationship Id="rId135" Type="http://schemas.openxmlformats.org/officeDocument/2006/relationships/image" Target="../media/image-1-135.png"/><Relationship Id="rId136" Type="http://schemas.openxmlformats.org/officeDocument/2006/relationships/image" Target="../media/image-1-136.png"/><Relationship Id="rId137" Type="http://schemas.openxmlformats.org/officeDocument/2006/relationships/image" Target="../media/image-1-137.png"/><Relationship Id="rId138" Type="http://schemas.openxmlformats.org/officeDocument/2006/relationships/image" Target="../media/image-1-138.png"/><Relationship Id="rId139" Type="http://schemas.openxmlformats.org/officeDocument/2006/relationships/image" Target="../media/image-1-139.png"/><Relationship Id="rId140" Type="http://schemas.openxmlformats.org/officeDocument/2006/relationships/image" Target="../media/image-1-140.png"/><Relationship Id="rId141" Type="http://schemas.openxmlformats.org/officeDocument/2006/relationships/image" Target="../media/image-1-141.png"/><Relationship Id="rId142" Type="http://schemas.openxmlformats.org/officeDocument/2006/relationships/image" Target="../media/image-1-142.png"/><Relationship Id="rId143" Type="http://schemas.openxmlformats.org/officeDocument/2006/relationships/image" Target="../media/image-1-143.png"/><Relationship Id="rId144" Type="http://schemas.openxmlformats.org/officeDocument/2006/relationships/image" Target="../media/image-1-144.png"/><Relationship Id="rId145" Type="http://schemas.openxmlformats.org/officeDocument/2006/relationships/image" Target="../media/image-1-145.png"/><Relationship Id="rId146" Type="http://schemas.openxmlformats.org/officeDocument/2006/relationships/image" Target="../media/image-1-146.png"/><Relationship Id="rId147" Type="http://schemas.openxmlformats.org/officeDocument/2006/relationships/image" Target="../media/image-1-147.png"/><Relationship Id="rId148" Type="http://schemas.openxmlformats.org/officeDocument/2006/relationships/image" Target="../media/image-1-148.png"/><Relationship Id="rId149" Type="http://schemas.openxmlformats.org/officeDocument/2006/relationships/image" Target="../media/image-1-149.png"/><Relationship Id="rId150" Type="http://schemas.openxmlformats.org/officeDocument/2006/relationships/image" Target="../media/image-1-150.png"/><Relationship Id="rId151" Type="http://schemas.openxmlformats.org/officeDocument/2006/relationships/image" Target="../media/image-1-151.png"/><Relationship Id="rId152" Type="http://schemas.openxmlformats.org/officeDocument/2006/relationships/image" Target="../media/image-1-152.png"/><Relationship Id="rId153" Type="http://schemas.openxmlformats.org/officeDocument/2006/relationships/image" Target="../media/image-1-153.png"/><Relationship Id="rId154" Type="http://schemas.openxmlformats.org/officeDocument/2006/relationships/image" Target="../media/image-1-154.png"/><Relationship Id="rId155" Type="http://schemas.openxmlformats.org/officeDocument/2006/relationships/image" Target="../media/image-1-155.png"/><Relationship Id="rId156" Type="http://schemas.openxmlformats.org/officeDocument/2006/relationships/image" Target="../media/image-1-156.png"/><Relationship Id="rId157" Type="http://schemas.openxmlformats.org/officeDocument/2006/relationships/image" Target="../media/image-1-157.png"/><Relationship Id="rId158" Type="http://schemas.openxmlformats.org/officeDocument/2006/relationships/image" Target="../media/image-1-158.png"/><Relationship Id="rId159" Type="http://schemas.openxmlformats.org/officeDocument/2006/relationships/image" Target="../media/image-1-159.png"/><Relationship Id="rId160" Type="http://schemas.openxmlformats.org/officeDocument/2006/relationships/image" Target="../media/image-1-160.png"/><Relationship Id="rId161" Type="http://schemas.openxmlformats.org/officeDocument/2006/relationships/image" Target="../media/image-1-161.png"/><Relationship Id="rId162" Type="http://schemas.openxmlformats.org/officeDocument/2006/relationships/image" Target="../media/image-1-162.png"/><Relationship Id="rId163" Type="http://schemas.openxmlformats.org/officeDocument/2006/relationships/image" Target="../media/image-1-163.png"/><Relationship Id="rId164" Type="http://schemas.openxmlformats.org/officeDocument/2006/relationships/image" Target="../media/image-1-164.png"/><Relationship Id="rId165" Type="http://schemas.openxmlformats.org/officeDocument/2006/relationships/image" Target="../media/image-1-165.png"/><Relationship Id="rId166" Type="http://schemas.openxmlformats.org/officeDocument/2006/relationships/image" Target="../media/image-1-166.png"/><Relationship Id="rId167" Type="http://schemas.openxmlformats.org/officeDocument/2006/relationships/image" Target="../media/image-1-167.png"/><Relationship Id="rId168" Type="http://schemas.openxmlformats.org/officeDocument/2006/relationships/image" Target="../media/image-1-168.png"/><Relationship Id="rId169" Type="http://schemas.openxmlformats.org/officeDocument/2006/relationships/image" Target="../media/image-1-169.png"/><Relationship Id="rId170" Type="http://schemas.openxmlformats.org/officeDocument/2006/relationships/image" Target="../media/image-1-170.png"/><Relationship Id="rId171" Type="http://schemas.openxmlformats.org/officeDocument/2006/relationships/image" Target="../media/image-1-171.png"/><Relationship Id="rId172" Type="http://schemas.openxmlformats.org/officeDocument/2006/relationships/image" Target="../media/image-1-172.png"/><Relationship Id="rId173" Type="http://schemas.openxmlformats.org/officeDocument/2006/relationships/image" Target="../media/image-1-173.png"/><Relationship Id="rId174" Type="http://schemas.openxmlformats.org/officeDocument/2006/relationships/image" Target="../media/image-1-174.png"/><Relationship Id="rId175" Type="http://schemas.openxmlformats.org/officeDocument/2006/relationships/image" Target="../media/image-1-175.png"/><Relationship Id="rId176" Type="http://schemas.openxmlformats.org/officeDocument/2006/relationships/image" Target="../media/image-1-176.png"/><Relationship Id="rId177" Type="http://schemas.openxmlformats.org/officeDocument/2006/relationships/image" Target="../media/image-1-177.png"/><Relationship Id="rId178" Type="http://schemas.openxmlformats.org/officeDocument/2006/relationships/image" Target="../media/image-1-178.png"/><Relationship Id="rId179" Type="http://schemas.openxmlformats.org/officeDocument/2006/relationships/image" Target="../media/image-1-179.png"/><Relationship Id="rId180" Type="http://schemas.openxmlformats.org/officeDocument/2006/relationships/image" Target="../media/image-1-180.png"/><Relationship Id="rId181" Type="http://schemas.openxmlformats.org/officeDocument/2006/relationships/image" Target="../media/image-1-181.png"/><Relationship Id="rId182" Type="http://schemas.openxmlformats.org/officeDocument/2006/relationships/image" Target="../media/image-1-182.png"/><Relationship Id="rId183" Type="http://schemas.openxmlformats.org/officeDocument/2006/relationships/image" Target="../media/image-1-183.png"/><Relationship Id="rId184" Type="http://schemas.openxmlformats.org/officeDocument/2006/relationships/image" Target="../media/image-1-184.png"/><Relationship Id="rId185" Type="http://schemas.openxmlformats.org/officeDocument/2006/relationships/image" Target="../media/image-1-185.png"/><Relationship Id="rId186" Type="http://schemas.openxmlformats.org/officeDocument/2006/relationships/image" Target="../media/image-1-186.png"/><Relationship Id="rId187" Type="http://schemas.openxmlformats.org/officeDocument/2006/relationships/image" Target="../media/image-1-187.png"/><Relationship Id="rId188" Type="http://schemas.openxmlformats.org/officeDocument/2006/relationships/image" Target="../media/image-1-188.png"/><Relationship Id="rId189" Type="http://schemas.openxmlformats.org/officeDocument/2006/relationships/image" Target="../media/image-1-189.png"/><Relationship Id="rId190" Type="http://schemas.openxmlformats.org/officeDocument/2006/relationships/image" Target="../media/image-1-190.png"/><Relationship Id="rId191" Type="http://schemas.openxmlformats.org/officeDocument/2006/relationships/image" Target="../media/image-1-191.png"/><Relationship Id="rId192" Type="http://schemas.openxmlformats.org/officeDocument/2006/relationships/image" Target="../media/image-1-192.png"/><Relationship Id="rId193" Type="http://schemas.openxmlformats.org/officeDocument/2006/relationships/image" Target="../media/image-1-193.png"/><Relationship Id="rId194" Type="http://schemas.openxmlformats.org/officeDocument/2006/relationships/image" Target="../media/image-1-194.png"/><Relationship Id="rId195" Type="http://schemas.openxmlformats.org/officeDocument/2006/relationships/image" Target="../media/image-1-195.png"/><Relationship Id="rId196" Type="http://schemas.openxmlformats.org/officeDocument/2006/relationships/image" Target="../media/image-1-196.png"/><Relationship Id="rId197" Type="http://schemas.openxmlformats.org/officeDocument/2006/relationships/image" Target="../media/image-1-197.png"/><Relationship Id="rId198" Type="http://schemas.openxmlformats.org/officeDocument/2006/relationships/image" Target="../media/image-1-198.png"/><Relationship Id="rId199" Type="http://schemas.openxmlformats.org/officeDocument/2006/relationships/image" Target="../media/image-1-199.png"/><Relationship Id="rId200" Type="http://schemas.openxmlformats.org/officeDocument/2006/relationships/image" Target="../media/image-1-200.png"/><Relationship Id="rId201" Type="http://schemas.openxmlformats.org/officeDocument/2006/relationships/image" Target="../media/image-1-201.png"/><Relationship Id="rId202" Type="http://schemas.openxmlformats.org/officeDocument/2006/relationships/image" Target="../media/image-1-202.png"/><Relationship Id="rId203" Type="http://schemas.openxmlformats.org/officeDocument/2006/relationships/image" Target="../media/image-1-203.png"/><Relationship Id="rId204" Type="http://schemas.openxmlformats.org/officeDocument/2006/relationships/image" Target="../media/image-1-204.png"/><Relationship Id="rId205" Type="http://schemas.openxmlformats.org/officeDocument/2006/relationships/image" Target="../media/image-1-205.png"/><Relationship Id="rId206" Type="http://schemas.openxmlformats.org/officeDocument/2006/relationships/image" Target="../media/image-1-206.png"/><Relationship Id="rId207" Type="http://schemas.openxmlformats.org/officeDocument/2006/relationships/image" Target="../media/image-1-207.png"/><Relationship Id="rId208" Type="http://schemas.openxmlformats.org/officeDocument/2006/relationships/image" Target="../media/image-1-208.png"/><Relationship Id="rId209" Type="http://schemas.openxmlformats.org/officeDocument/2006/relationships/image" Target="../media/image-1-209.png"/><Relationship Id="rId210" Type="http://schemas.openxmlformats.org/officeDocument/2006/relationships/image" Target="../media/image-1-210.png"/><Relationship Id="rId211" Type="http://schemas.openxmlformats.org/officeDocument/2006/relationships/image" Target="../media/image-1-211.png"/><Relationship Id="rId212" Type="http://schemas.openxmlformats.org/officeDocument/2006/relationships/image" Target="../media/image-1-212.png"/><Relationship Id="rId213" Type="http://schemas.openxmlformats.org/officeDocument/2006/relationships/image" Target="../media/image-1-213.png"/><Relationship Id="rId214" Type="http://schemas.openxmlformats.org/officeDocument/2006/relationships/image" Target="../media/image-1-214.png"/><Relationship Id="rId215" Type="http://schemas.openxmlformats.org/officeDocument/2006/relationships/image" Target="../media/image-1-215.png"/><Relationship Id="rId216" Type="http://schemas.openxmlformats.org/officeDocument/2006/relationships/image" Target="../media/image-1-216.png"/><Relationship Id="rId217" Type="http://schemas.openxmlformats.org/officeDocument/2006/relationships/image" Target="../media/image-1-217.png"/><Relationship Id="rId218" Type="http://schemas.openxmlformats.org/officeDocument/2006/relationships/image" Target="../media/image-1-218.png"/><Relationship Id="rId219" Type="http://schemas.openxmlformats.org/officeDocument/2006/relationships/image" Target="../media/image-1-219.png"/><Relationship Id="rId220" Type="http://schemas.openxmlformats.org/officeDocument/2006/relationships/image" Target="../media/image-1-220.png"/><Relationship Id="rId221" Type="http://schemas.openxmlformats.org/officeDocument/2006/relationships/image" Target="../media/image-1-221.png"/><Relationship Id="rId222" Type="http://schemas.openxmlformats.org/officeDocument/2006/relationships/image" Target="../media/image-1-222.png"/><Relationship Id="rId223" Type="http://schemas.openxmlformats.org/officeDocument/2006/relationships/image" Target="../media/image-1-223.png"/><Relationship Id="rId224" Type="http://schemas.openxmlformats.org/officeDocument/2006/relationships/image" Target="../media/image-1-224.png"/><Relationship Id="rId225" Type="http://schemas.openxmlformats.org/officeDocument/2006/relationships/image" Target="../media/image-1-225.png"/><Relationship Id="rId226" Type="http://schemas.openxmlformats.org/officeDocument/2006/relationships/image" Target="../media/image-1-226.png"/><Relationship Id="rId227" Type="http://schemas.openxmlformats.org/officeDocument/2006/relationships/image" Target="../media/image-1-227.png"/><Relationship Id="rId228" Type="http://schemas.openxmlformats.org/officeDocument/2006/relationships/image" Target="../media/image-1-228.png"/><Relationship Id="rId229" Type="http://schemas.openxmlformats.org/officeDocument/2006/relationships/image" Target="../media/image-1-229.png"/><Relationship Id="rId230" Type="http://schemas.openxmlformats.org/officeDocument/2006/relationships/image" Target="../media/image-1-230.png"/><Relationship Id="rId231" Type="http://schemas.openxmlformats.org/officeDocument/2006/relationships/image" Target="../media/image-1-231.png"/><Relationship Id="rId232" Type="http://schemas.openxmlformats.org/officeDocument/2006/relationships/image" Target="../media/image-1-232.png"/><Relationship Id="rId233" Type="http://schemas.openxmlformats.org/officeDocument/2006/relationships/image" Target="../media/image-1-233.png"/><Relationship Id="rId234" Type="http://schemas.openxmlformats.org/officeDocument/2006/relationships/image" Target="../media/image-1-234.png"/><Relationship Id="rId235" Type="http://schemas.openxmlformats.org/officeDocument/2006/relationships/image" Target="../media/image-1-235.png"/><Relationship Id="rId236" Type="http://schemas.openxmlformats.org/officeDocument/2006/relationships/image" Target="../media/image-1-236.png"/><Relationship Id="rId237" Type="http://schemas.openxmlformats.org/officeDocument/2006/relationships/image" Target="../media/image-1-237.png"/><Relationship Id="rId238" Type="http://schemas.openxmlformats.org/officeDocument/2006/relationships/slideLayout" Target="../slideLayouts/slideLayout1.xml"/><Relationship Id="rId23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28678" y="1565453"/>
            <a:ext cx="363017" cy="527151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71500"/>
            <a:ext cx="4660697" cy="1027786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1269" y="571500"/>
            <a:ext cx="309982" cy="17374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572414"/>
            <a:ext cx="124358" cy="2595982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806" y="3083357"/>
            <a:ext cx="876910" cy="88697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603" y="572414"/>
            <a:ext cx="3703320" cy="2595982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793" y="3082442"/>
            <a:ext cx="328270" cy="88697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4572" y="571500"/>
            <a:ext cx="2019910" cy="5041087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99793" y="3162910"/>
            <a:ext cx="328270" cy="88697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0689" y="3162910"/>
            <a:ext cx="3703320" cy="245425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48856" y="3160166"/>
            <a:ext cx="1887322" cy="245425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22462" y="3844138"/>
            <a:ext cx="3189427" cy="1045159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81714" y="3854196"/>
            <a:ext cx="283464" cy="211775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9777" y="5073091"/>
            <a:ext cx="3172054" cy="912571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95598" y="5606186"/>
            <a:ext cx="4651553" cy="407822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29777" y="5997550"/>
            <a:ext cx="17374" cy="43434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1715" y="5604358"/>
            <a:ext cx="7823606" cy="859536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30691" y="6443777"/>
            <a:ext cx="79553" cy="398678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51269" y="571500"/>
            <a:ext cx="309982" cy="17374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99793" y="3145536"/>
            <a:ext cx="17374" cy="43891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94806" y="3142793"/>
            <a:ext cx="17374" cy="53035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311603" y="3152851"/>
            <a:ext cx="17374" cy="26518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20710" y="1565453"/>
            <a:ext cx="17374" cy="2303374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849770" y="3152851"/>
            <a:ext cx="17374" cy="26518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23453" y="1565453"/>
            <a:ext cx="3482035" cy="1054303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884457" y="5955487"/>
            <a:ext cx="17374" cy="26518"/>
          </a:xfrm>
          <a:prstGeom prst="rect">
            <a:avLst/>
          </a:prstGeom>
        </p:spPr>
      </p:pic>
      <p:pic>
        <p:nvPicPr>
          <p:cNvPr id="28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883542" y="1598371"/>
            <a:ext cx="274320" cy="2276856"/>
          </a:xfrm>
          <a:prstGeom prst="rect">
            <a:avLst/>
          </a:prstGeom>
        </p:spPr>
      </p:pic>
      <p:pic>
        <p:nvPicPr>
          <p:cNvPr id="29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423453" y="2801722"/>
            <a:ext cx="3482035" cy="1045159"/>
          </a:xfrm>
          <a:prstGeom prst="rect">
            <a:avLst/>
          </a:prstGeom>
        </p:spPr>
      </p:pic>
      <p:pic>
        <p:nvPicPr>
          <p:cNvPr id="30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3542" y="3911803"/>
            <a:ext cx="17374" cy="876910"/>
          </a:xfrm>
          <a:prstGeom prst="rect">
            <a:avLst/>
          </a:prstGeom>
        </p:spPr>
      </p:pic>
      <p:pic>
        <p:nvPicPr>
          <p:cNvPr id="31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722462" y="3832250"/>
            <a:ext cx="26518" cy="26518"/>
          </a:xfrm>
          <a:prstGeom prst="rect">
            <a:avLst/>
          </a:prstGeom>
        </p:spPr>
      </p:pic>
      <p:pic>
        <p:nvPicPr>
          <p:cNvPr id="3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729777" y="6412687"/>
            <a:ext cx="17374" cy="43891"/>
          </a:xfrm>
          <a:prstGeom prst="rect">
            <a:avLst/>
          </a:prstGeom>
        </p:spPr>
      </p:pic>
      <p:pic>
        <p:nvPicPr>
          <p:cNvPr id="33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729777" y="5965546"/>
            <a:ext cx="17374" cy="53035"/>
          </a:xfrm>
          <a:prstGeom prst="rect">
            <a:avLst/>
          </a:prstGeom>
        </p:spPr>
      </p:pic>
      <p:pic>
        <p:nvPicPr>
          <p:cNvPr id="34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-4572" y="21946"/>
            <a:ext cx="12200839" cy="6813194"/>
          </a:xfrm>
          <a:prstGeom prst="rect">
            <a:avLst/>
          </a:prstGeom>
        </p:spPr>
      </p:pic>
      <p:pic>
        <p:nvPicPr>
          <p:cNvPr id="35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955841" y="576072"/>
            <a:ext cx="300838" cy="9144"/>
          </a:xfrm>
          <a:prstGeom prst="rect">
            <a:avLst/>
          </a:prstGeom>
        </p:spPr>
      </p:pic>
      <p:pic>
        <p:nvPicPr>
          <p:cNvPr id="36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0" y="576072"/>
            <a:ext cx="2011680" cy="5032858"/>
          </a:xfrm>
          <a:prstGeom prst="rect">
            <a:avLst/>
          </a:prstGeom>
        </p:spPr>
      </p:pic>
      <p:pic>
        <p:nvPicPr>
          <p:cNvPr id="37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315261" y="576986"/>
            <a:ext cx="3695090" cy="5032858"/>
          </a:xfrm>
          <a:prstGeom prst="rect">
            <a:avLst/>
          </a:prstGeom>
        </p:spPr>
      </p:pic>
      <p:pic>
        <p:nvPicPr>
          <p:cNvPr id="38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853428" y="576072"/>
            <a:ext cx="1585570" cy="5032858"/>
          </a:xfrm>
          <a:prstGeom prst="rect">
            <a:avLst/>
          </a:prstGeom>
        </p:spPr>
      </p:pic>
      <p:pic>
        <p:nvPicPr>
          <p:cNvPr id="39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729777" y="576072"/>
            <a:ext cx="3172054" cy="2038198"/>
          </a:xfrm>
          <a:prstGeom prst="rect">
            <a:avLst/>
          </a:prstGeom>
        </p:spPr>
      </p:pic>
      <p:pic>
        <p:nvPicPr>
          <p:cNvPr id="40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425282" y="1507846"/>
            <a:ext cx="319126" cy="159106"/>
          </a:xfrm>
          <a:prstGeom prst="rect">
            <a:avLst/>
          </a:prstGeom>
        </p:spPr>
      </p:pic>
      <p:pic>
        <p:nvPicPr>
          <p:cNvPr id="41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1883542" y="1570025"/>
            <a:ext cx="300838" cy="4483303"/>
          </a:xfrm>
          <a:prstGeom prst="rect">
            <a:avLst/>
          </a:prstGeom>
        </p:spPr>
      </p:pic>
      <p:pic>
        <p:nvPicPr>
          <p:cNvPr id="42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427110" y="1592885"/>
            <a:ext cx="3729838" cy="2250338"/>
          </a:xfrm>
          <a:prstGeom prst="rect">
            <a:avLst/>
          </a:prstGeom>
        </p:spPr>
      </p:pic>
      <p:pic>
        <p:nvPicPr>
          <p:cNvPr id="43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727034" y="2806294"/>
            <a:ext cx="3172054" cy="2072945"/>
          </a:xfrm>
          <a:prstGeom prst="rect">
            <a:avLst/>
          </a:prstGeom>
        </p:spPr>
      </p:pic>
      <p:pic>
        <p:nvPicPr>
          <p:cNvPr id="44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003450" y="3087014"/>
            <a:ext cx="319126" cy="159106"/>
          </a:xfrm>
          <a:prstGeom prst="rect">
            <a:avLst/>
          </a:prstGeom>
        </p:spPr>
      </p:pic>
      <p:pic>
        <p:nvPicPr>
          <p:cNvPr id="45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999378" y="3087014"/>
            <a:ext cx="868680" cy="159106"/>
          </a:xfrm>
          <a:prstGeom prst="rect">
            <a:avLst/>
          </a:prstGeom>
        </p:spPr>
      </p:pic>
      <p:pic>
        <p:nvPicPr>
          <p:cNvPr id="46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425282" y="3765499"/>
            <a:ext cx="319126" cy="159106"/>
          </a:xfrm>
          <a:prstGeom prst="rect">
            <a:avLst/>
          </a:prstGeom>
        </p:spPr>
      </p:pic>
      <p:pic>
        <p:nvPicPr>
          <p:cNvPr id="47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887200" y="3916375"/>
            <a:ext cx="17374" cy="868680"/>
          </a:xfrm>
          <a:prstGeom prst="rect">
            <a:avLst/>
          </a:prstGeom>
        </p:spPr>
      </p:pic>
      <p:pic>
        <p:nvPicPr>
          <p:cNvPr id="48" name="Image 46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734349" y="5076749"/>
            <a:ext cx="3162910" cy="1754734"/>
          </a:xfrm>
          <a:prstGeom prst="rect">
            <a:avLst/>
          </a:prstGeom>
        </p:spPr>
      </p:pic>
      <p:pic>
        <p:nvPicPr>
          <p:cNvPr id="49" name="Image 47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25373" y="5608930"/>
            <a:ext cx="7814462" cy="850392"/>
          </a:xfrm>
          <a:prstGeom prst="rect">
            <a:avLst/>
          </a:prstGeom>
        </p:spPr>
      </p:pic>
      <p:pic>
        <p:nvPicPr>
          <p:cNvPr id="50" name="Image 48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100170" y="5610758"/>
            <a:ext cx="4642409" cy="398678"/>
          </a:xfrm>
          <a:prstGeom prst="rect">
            <a:avLst/>
          </a:prstGeom>
        </p:spPr>
      </p:pic>
      <p:pic>
        <p:nvPicPr>
          <p:cNvPr id="51" name="Image 49" descr="preencoded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889090" y="609905"/>
            <a:ext cx="1515161" cy="4970678"/>
          </a:xfrm>
          <a:prstGeom prst="rect">
            <a:avLst/>
          </a:prstGeom>
        </p:spPr>
      </p:pic>
      <p:pic>
        <p:nvPicPr>
          <p:cNvPr id="52" name="Image 50" descr="preencoded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5662" y="611734"/>
            <a:ext cx="1940357" cy="4961534"/>
          </a:xfrm>
          <a:prstGeom prst="rect">
            <a:avLst/>
          </a:prstGeom>
        </p:spPr>
      </p:pic>
      <p:pic>
        <p:nvPicPr>
          <p:cNvPr id="53" name="Image 51" descr="preencoded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2351837" y="610819"/>
            <a:ext cx="3623767" cy="4961534"/>
          </a:xfrm>
          <a:prstGeom prst="rect">
            <a:avLst/>
          </a:prstGeom>
        </p:spPr>
      </p:pic>
      <p:pic>
        <p:nvPicPr>
          <p:cNvPr id="54" name="Image 52" descr="preencoded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770010" y="611734"/>
            <a:ext cx="3092501" cy="1966874"/>
          </a:xfrm>
          <a:prstGeom prst="rect">
            <a:avLst/>
          </a:prstGeom>
        </p:spPr>
      </p:pic>
      <p:pic>
        <p:nvPicPr>
          <p:cNvPr id="55" name="Image 53" descr="preencoded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768182" y="2841041"/>
            <a:ext cx="3092501" cy="2002536"/>
          </a:xfrm>
          <a:prstGeom prst="rect">
            <a:avLst/>
          </a:prstGeom>
        </p:spPr>
      </p:pic>
      <p:pic>
        <p:nvPicPr>
          <p:cNvPr id="56" name="Image 54" descr="preencoded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10942625" y="2839212"/>
            <a:ext cx="79553" cy="9144"/>
          </a:xfrm>
          <a:prstGeom prst="rect">
            <a:avLst/>
          </a:prstGeom>
        </p:spPr>
      </p:pic>
      <p:pic>
        <p:nvPicPr>
          <p:cNvPr id="57" name="Image 55" descr="preencoded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770010" y="5112410"/>
            <a:ext cx="3092501" cy="1709928"/>
          </a:xfrm>
          <a:prstGeom prst="rect">
            <a:avLst/>
          </a:prstGeom>
        </p:spPr>
      </p:pic>
      <p:pic>
        <p:nvPicPr>
          <p:cNvPr id="58" name="Image 56" descr="preencoded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5073091" y="2841041"/>
            <a:ext cx="43891" cy="17374"/>
          </a:xfrm>
          <a:prstGeom prst="rect">
            <a:avLst/>
          </a:prstGeom>
        </p:spPr>
      </p:pic>
      <p:pic>
        <p:nvPicPr>
          <p:cNvPr id="59" name="Image 57" descr="preencoded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4637837" y="2077517"/>
            <a:ext cx="17374" cy="53035"/>
          </a:xfrm>
          <a:prstGeom prst="rect">
            <a:avLst/>
          </a:prstGeom>
        </p:spPr>
      </p:pic>
      <p:pic>
        <p:nvPicPr>
          <p:cNvPr id="60" name="Image 58" descr="preencoded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5233111" y="3883457"/>
            <a:ext cx="43891" cy="17374"/>
          </a:xfrm>
          <a:prstGeom prst="rect">
            <a:avLst/>
          </a:prstGeom>
        </p:spPr>
      </p:pic>
      <p:pic>
        <p:nvPicPr>
          <p:cNvPr id="61" name="Image 59" descr="preencoded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10179101" y="697687"/>
            <a:ext cx="478231" cy="1807769"/>
          </a:xfrm>
          <a:prstGeom prst="rect">
            <a:avLst/>
          </a:prstGeom>
        </p:spPr>
      </p:pic>
      <p:pic>
        <p:nvPicPr>
          <p:cNvPr id="62" name="Image 60" descr="preencoded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10219334" y="866851"/>
            <a:ext cx="434340" cy="292608"/>
          </a:xfrm>
          <a:prstGeom prst="rect">
            <a:avLst/>
          </a:prstGeom>
        </p:spPr>
      </p:pic>
      <p:pic>
        <p:nvPicPr>
          <p:cNvPr id="63" name="Image 61" descr="preencoded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0624414" y="1014070"/>
            <a:ext cx="26518" cy="602590"/>
          </a:xfrm>
          <a:prstGeom prst="rect">
            <a:avLst/>
          </a:prstGeom>
        </p:spPr>
      </p:pic>
      <p:pic>
        <p:nvPicPr>
          <p:cNvPr id="64" name="Image 62" descr="preencoded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0218420" y="1463954"/>
            <a:ext cx="425196" cy="292608"/>
          </a:xfrm>
          <a:prstGeom prst="rect">
            <a:avLst/>
          </a:prstGeom>
        </p:spPr>
      </p:pic>
      <p:pic>
        <p:nvPicPr>
          <p:cNvPr id="65" name="Image 63" descr="preencoded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10625328" y="1620317"/>
            <a:ext cx="17374" cy="602590"/>
          </a:xfrm>
          <a:prstGeom prst="rect">
            <a:avLst/>
          </a:prstGeom>
        </p:spPr>
      </p:pic>
      <p:pic>
        <p:nvPicPr>
          <p:cNvPr id="66" name="Image 64" descr="preencoded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218420" y="2069287"/>
            <a:ext cx="425196" cy="283464"/>
          </a:xfrm>
          <a:prstGeom prst="rect">
            <a:avLst/>
          </a:prstGeom>
        </p:spPr>
      </p:pic>
      <p:pic>
        <p:nvPicPr>
          <p:cNvPr id="67" name="Image 65" descr="preencoded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10626242" y="2198218"/>
            <a:ext cx="26518" cy="26518"/>
          </a:xfrm>
          <a:prstGeom prst="rect">
            <a:avLst/>
          </a:prstGeom>
        </p:spPr>
      </p:pic>
      <p:pic>
        <p:nvPicPr>
          <p:cNvPr id="68" name="Image 66" descr="preencoded.png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0231222" y="2081174"/>
            <a:ext cx="372161" cy="266090"/>
          </a:xfrm>
          <a:prstGeom prst="rect">
            <a:avLst/>
          </a:prstGeom>
        </p:spPr>
      </p:pic>
      <p:pic>
        <p:nvPicPr>
          <p:cNvPr id="69" name="Image 67" descr="preencoded.png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10232136" y="878738"/>
            <a:ext cx="372161" cy="266090"/>
          </a:xfrm>
          <a:prstGeom prst="rect">
            <a:avLst/>
          </a:prstGeom>
        </p:spPr>
      </p:pic>
      <p:pic>
        <p:nvPicPr>
          <p:cNvPr id="70" name="Image 68" descr="preencoded.png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0625328" y="1595628"/>
            <a:ext cx="26518" cy="17374"/>
          </a:xfrm>
          <a:prstGeom prst="rect">
            <a:avLst/>
          </a:prstGeom>
        </p:spPr>
      </p:pic>
      <p:pic>
        <p:nvPicPr>
          <p:cNvPr id="71" name="Image 69" descr="preencoded.png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10545775" y="991210"/>
            <a:ext cx="43891" cy="43891"/>
          </a:xfrm>
          <a:prstGeom prst="rect">
            <a:avLst/>
          </a:prstGeom>
        </p:spPr>
      </p:pic>
      <p:pic>
        <p:nvPicPr>
          <p:cNvPr id="72" name="Image 70" descr="preencoded.png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0625328" y="1619402"/>
            <a:ext cx="26518" cy="17374"/>
          </a:xfrm>
          <a:prstGeom prst="rect">
            <a:avLst/>
          </a:prstGeom>
        </p:spPr>
      </p:pic>
      <p:pic>
        <p:nvPicPr>
          <p:cNvPr id="73" name="Image 71" descr="preencoded.png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10230307" y="1477670"/>
            <a:ext cx="372161" cy="266090"/>
          </a:xfrm>
          <a:prstGeom prst="rect">
            <a:avLst/>
          </a:prstGeom>
        </p:spPr>
      </p:pic>
      <p:pic>
        <p:nvPicPr>
          <p:cNvPr id="74" name="Image 72" descr="preencoded.png">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10170871" y="691286"/>
            <a:ext cx="478231" cy="1815998"/>
          </a:xfrm>
          <a:prstGeom prst="rect">
            <a:avLst/>
          </a:prstGeom>
        </p:spPr>
      </p:pic>
      <p:pic>
        <p:nvPicPr>
          <p:cNvPr id="75" name="Image 73" descr="preencoded.png">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10550347" y="954634"/>
            <a:ext cx="274320" cy="115214"/>
          </a:xfrm>
          <a:prstGeom prst="rect">
            <a:avLst/>
          </a:prstGeom>
        </p:spPr>
      </p:pic>
      <p:pic>
        <p:nvPicPr>
          <p:cNvPr id="76" name="Image 74" descr="preencoded.png">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10628986" y="1018642"/>
            <a:ext cx="26518" cy="593446"/>
          </a:xfrm>
          <a:prstGeom prst="rect">
            <a:avLst/>
          </a:prstGeom>
        </p:spPr>
      </p:pic>
      <p:pic>
        <p:nvPicPr>
          <p:cNvPr id="77" name="Image 75" descr="preencoded.png">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2722169" y="1133856"/>
            <a:ext cx="3021178" cy="2764231"/>
          </a:xfrm>
          <a:prstGeom prst="rect">
            <a:avLst/>
          </a:prstGeom>
        </p:spPr>
      </p:pic>
      <p:pic>
        <p:nvPicPr>
          <p:cNvPr id="78" name="Image 76" descr="preencoded.png">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196596" y="1172261"/>
            <a:ext cx="381305" cy="381305"/>
          </a:xfrm>
          <a:prstGeom prst="rect">
            <a:avLst/>
          </a:prstGeom>
        </p:spPr>
      </p:pic>
      <p:pic>
        <p:nvPicPr>
          <p:cNvPr id="79" name="Image 77" descr="preencoded.png">    </p:cNvPr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9249156" y="1354226"/>
            <a:ext cx="531266" cy="1001268"/>
          </a:xfrm>
          <a:prstGeom prst="rect">
            <a:avLst/>
          </a:prstGeom>
        </p:spPr>
      </p:pic>
      <p:pic>
        <p:nvPicPr>
          <p:cNvPr id="80" name="Image 78" descr="preencoded.png">    </p:cNvPr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7418527" y="1410005"/>
            <a:ext cx="451714" cy="159106"/>
          </a:xfrm>
          <a:prstGeom prst="rect">
            <a:avLst/>
          </a:prstGeom>
        </p:spPr>
      </p:pic>
      <p:pic>
        <p:nvPicPr>
          <p:cNvPr id="81" name="Image 79" descr="preencoded.png">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10222992" y="1468526"/>
            <a:ext cx="381305" cy="283464"/>
          </a:xfrm>
          <a:prstGeom prst="rect">
            <a:avLst/>
          </a:prstGeom>
        </p:spPr>
      </p:pic>
      <p:pic>
        <p:nvPicPr>
          <p:cNvPr id="82" name="Image 80" descr="preencoded.png">    </p:cNvPr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7820863" y="1520647"/>
            <a:ext cx="150876" cy="221285"/>
          </a:xfrm>
          <a:prstGeom prst="rect">
            <a:avLst/>
          </a:prstGeom>
        </p:spPr>
      </p:pic>
      <p:pic>
        <p:nvPicPr>
          <p:cNvPr id="83" name="Image 81" descr="preencoded.png">    </p:cNvPr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7317029" y="1520647"/>
            <a:ext cx="150876" cy="221285"/>
          </a:xfrm>
          <a:prstGeom prst="rect">
            <a:avLst/>
          </a:prstGeom>
        </p:spPr>
      </p:pic>
      <p:pic>
        <p:nvPicPr>
          <p:cNvPr id="84" name="Image 82" descr="preencoded.png">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7605979" y="1540764"/>
            <a:ext cx="230429" cy="213055"/>
          </a:xfrm>
          <a:prstGeom prst="rect">
            <a:avLst/>
          </a:prstGeom>
        </p:spPr>
      </p:pic>
      <p:pic>
        <p:nvPicPr>
          <p:cNvPr id="85" name="Image 83" descr="preencoded.png">    </p:cNvPr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10554005" y="1559052"/>
            <a:ext cx="274320" cy="115214"/>
          </a:xfrm>
          <a:prstGeom prst="rect">
            <a:avLst/>
          </a:prstGeom>
        </p:spPr>
      </p:pic>
      <p:pic>
        <p:nvPicPr>
          <p:cNvPr id="86" name="Image 84" descr="preencoded.png">    </p:cNvPr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10629900" y="1623974"/>
            <a:ext cx="17374" cy="593446"/>
          </a:xfrm>
          <a:prstGeom prst="rect">
            <a:avLst/>
          </a:prstGeom>
        </p:spPr>
      </p:pic>
      <p:sp>
        <p:nvSpPr>
          <p:cNvPr id="87" name="Shape 0"/>
          <p:cNvSpPr/>
          <p:nvPr/>
        </p:nvSpPr>
        <p:spPr>
          <a:xfrm rot="-138000">
            <a:off x="219456" y="1869948"/>
            <a:ext cx="27432" cy="51206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88" name="Shape 1"/>
          <p:cNvSpPr/>
          <p:nvPr/>
        </p:nvSpPr>
        <p:spPr>
          <a:xfrm rot="-2586000">
            <a:off x="152705" y="1899209"/>
            <a:ext cx="29261" cy="47549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89" name="Shape 2"/>
          <p:cNvSpPr/>
          <p:nvPr/>
        </p:nvSpPr>
        <p:spPr>
          <a:xfrm rot="2676000">
            <a:off x="284378" y="1900123"/>
            <a:ext cx="29261" cy="48463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90" name="Image 85" descr="preencoded.png">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170993" y="1927555"/>
            <a:ext cx="124358" cy="124358"/>
          </a:xfrm>
          <a:prstGeom prst="rect">
            <a:avLst/>
          </a:prstGeom>
        </p:spPr>
      </p:pic>
      <p:sp>
        <p:nvSpPr>
          <p:cNvPr id="91" name="Shape 3"/>
          <p:cNvSpPr/>
          <p:nvPr/>
        </p:nvSpPr>
        <p:spPr>
          <a:xfrm rot="198000">
            <a:off x="302666" y="1973275"/>
            <a:ext cx="42977" cy="2286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92" name="Shape 4"/>
          <p:cNvSpPr/>
          <p:nvPr/>
        </p:nvSpPr>
        <p:spPr>
          <a:xfrm rot="348000">
            <a:off x="117043" y="1976933"/>
            <a:ext cx="48463" cy="26518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93" name="Image 86" descr="preencoded.png">    </p:cNvPr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177394" y="2011680"/>
            <a:ext cx="470002" cy="381305"/>
          </a:xfrm>
          <a:prstGeom prst="rect">
            <a:avLst/>
          </a:prstGeom>
        </p:spPr>
      </p:pic>
      <p:pic>
        <p:nvPicPr>
          <p:cNvPr id="94" name="Image 87" descr="preencoded.png">    </p:cNvPr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4053535" y="2022653"/>
            <a:ext cx="602590" cy="159106"/>
          </a:xfrm>
          <a:prstGeom prst="rect">
            <a:avLst/>
          </a:prstGeom>
        </p:spPr>
      </p:pic>
      <p:pic>
        <p:nvPicPr>
          <p:cNvPr id="95" name="Image 88" descr="preencoded.png">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142646" y="2029054"/>
            <a:ext cx="43891" cy="43891"/>
          </a:xfrm>
          <a:prstGeom prst="rect">
            <a:avLst/>
          </a:prstGeom>
        </p:spPr>
      </p:pic>
      <p:pic>
        <p:nvPicPr>
          <p:cNvPr id="96" name="Image 89" descr="preencoded.png">    </p:cNvPr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10222992" y="2073859"/>
            <a:ext cx="381305" cy="274320"/>
          </a:xfrm>
          <a:prstGeom prst="rect">
            <a:avLst/>
          </a:prstGeom>
        </p:spPr>
      </p:pic>
      <p:pic>
        <p:nvPicPr>
          <p:cNvPr id="97" name="Image 90" descr="preencoded.png">    </p:cNvPr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7418527" y="2484425"/>
            <a:ext cx="451714" cy="159106"/>
          </a:xfrm>
          <a:prstGeom prst="rect">
            <a:avLst/>
          </a:prstGeom>
        </p:spPr>
      </p:pic>
      <p:pic>
        <p:nvPicPr>
          <p:cNvPr id="98" name="Image 91" descr="preencoded.png">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7605979" y="2560320"/>
            <a:ext cx="363017" cy="266090"/>
          </a:xfrm>
          <a:prstGeom prst="rect">
            <a:avLst/>
          </a:prstGeom>
        </p:spPr>
      </p:pic>
      <p:pic>
        <p:nvPicPr>
          <p:cNvPr id="99" name="Image 92" descr="preencoded.png">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7315200" y="2594153"/>
            <a:ext cx="150876" cy="221285"/>
          </a:xfrm>
          <a:prstGeom prst="rect">
            <a:avLst/>
          </a:prstGeom>
        </p:spPr>
      </p:pic>
      <p:pic>
        <p:nvPicPr>
          <p:cNvPr id="100" name="Image 93" descr="preencoded.png">    </p:cNvPr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151790" y="2671877"/>
            <a:ext cx="470002" cy="407822"/>
          </a:xfrm>
          <a:prstGeom prst="rect">
            <a:avLst/>
          </a:prstGeom>
        </p:spPr>
      </p:pic>
      <p:pic>
        <p:nvPicPr>
          <p:cNvPr id="101" name="Image 94" descr="preencoded.png">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2449678" y="2716682"/>
            <a:ext cx="3411626" cy="2773375"/>
          </a:xfrm>
          <a:prstGeom prst="rect">
            <a:avLst/>
          </a:prstGeom>
        </p:spPr>
      </p:pic>
      <p:pic>
        <p:nvPicPr>
          <p:cNvPr id="102" name="Image 95" descr="preencoded.png">    </p:cNvPr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5019142" y="2845613"/>
            <a:ext cx="309982" cy="1054303"/>
          </a:xfrm>
          <a:prstGeom prst="rect">
            <a:avLst/>
          </a:prstGeom>
        </p:spPr>
      </p:pic>
      <p:pic>
        <p:nvPicPr>
          <p:cNvPr id="103" name="Image 96" descr="preencoded.png">    </p:cNvPr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165506" y="3369564"/>
            <a:ext cx="434340" cy="434340"/>
          </a:xfrm>
          <a:prstGeom prst="rect">
            <a:avLst/>
          </a:prstGeom>
        </p:spPr>
      </p:pic>
      <p:pic>
        <p:nvPicPr>
          <p:cNvPr id="104" name="Image 97" descr="preencoded.png">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9810598" y="3530498"/>
            <a:ext cx="266090" cy="266090"/>
          </a:xfrm>
          <a:prstGeom prst="rect">
            <a:avLst/>
          </a:prstGeom>
        </p:spPr>
      </p:pic>
      <p:pic>
        <p:nvPicPr>
          <p:cNvPr id="105" name="Image 98" descr="preencoded.png">    </p:cNvPr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7383780" y="3559759"/>
            <a:ext cx="523037" cy="523037"/>
          </a:xfrm>
          <a:prstGeom prst="rect">
            <a:avLst/>
          </a:prstGeom>
        </p:spPr>
      </p:pic>
      <p:pic>
        <p:nvPicPr>
          <p:cNvPr id="106" name="Image 99" descr="preencoded.png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39505" y="3571646"/>
            <a:ext cx="912571" cy="1045159"/>
          </a:xfrm>
          <a:prstGeom prst="rect">
            <a:avLst/>
          </a:prstGeom>
        </p:spPr>
      </p:pic>
      <p:pic>
        <p:nvPicPr>
          <p:cNvPr id="107" name="Image 100" descr="preencoded.png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7493508" y="3683203"/>
            <a:ext cx="416052" cy="398678"/>
          </a:xfrm>
          <a:prstGeom prst="rect">
            <a:avLst/>
          </a:prstGeom>
        </p:spPr>
      </p:pic>
      <p:pic>
        <p:nvPicPr>
          <p:cNvPr id="108" name="Image 101" descr="preencoded.png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9808769" y="3930091"/>
            <a:ext cx="274320" cy="274320"/>
          </a:xfrm>
          <a:prstGeom prst="rect">
            <a:avLst/>
          </a:prstGeom>
        </p:spPr>
      </p:pic>
      <p:pic>
        <p:nvPicPr>
          <p:cNvPr id="109" name="Image 102" descr="preencoded.png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50876" y="4239158"/>
            <a:ext cx="470002" cy="266090"/>
          </a:xfrm>
          <a:prstGeom prst="rect">
            <a:avLst/>
          </a:prstGeom>
        </p:spPr>
      </p:pic>
      <p:pic>
        <p:nvPicPr>
          <p:cNvPr id="110" name="Image 103" descr="preencoded.png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9900209" y="4351630"/>
            <a:ext cx="88697" cy="150876"/>
          </a:xfrm>
          <a:prstGeom prst="rect">
            <a:avLst/>
          </a:prstGeom>
        </p:spPr>
      </p:pic>
      <p:pic>
        <p:nvPicPr>
          <p:cNvPr id="111" name="Image 104" descr="preencoded.png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9782251" y="4463186"/>
            <a:ext cx="319126" cy="213055"/>
          </a:xfrm>
          <a:prstGeom prst="rect">
            <a:avLst/>
          </a:prstGeom>
        </p:spPr>
      </p:pic>
      <p:pic>
        <p:nvPicPr>
          <p:cNvPr id="112" name="Image 105" descr="preencoded.png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10155326" y="4537253"/>
            <a:ext cx="53035" cy="185623"/>
          </a:xfrm>
          <a:prstGeom prst="rect">
            <a:avLst/>
          </a:prstGeom>
        </p:spPr>
      </p:pic>
      <p:pic>
        <p:nvPicPr>
          <p:cNvPr id="113" name="Image 106" descr="preencoded.png">    </p:cNvPr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10518343" y="4539996"/>
            <a:ext cx="53035" cy="185623"/>
          </a:xfrm>
          <a:prstGeom prst="rect">
            <a:avLst/>
          </a:prstGeom>
        </p:spPr>
      </p:pic>
      <p:pic>
        <p:nvPicPr>
          <p:cNvPr id="114" name="Image 107" descr="preencoded.png">    </p:cNvPr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10208362" y="4553712"/>
            <a:ext cx="115214" cy="132588"/>
          </a:xfrm>
          <a:prstGeom prst="rect">
            <a:avLst/>
          </a:prstGeom>
        </p:spPr>
      </p:pic>
      <p:pic>
        <p:nvPicPr>
          <p:cNvPr id="115" name="Image 108" descr="preencoded.png">    </p:cNvPr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10450678" y="4618634"/>
            <a:ext cx="62179" cy="106070"/>
          </a:xfrm>
          <a:prstGeom prst="rect">
            <a:avLst/>
          </a:prstGeom>
        </p:spPr>
      </p:pic>
      <p:sp>
        <p:nvSpPr>
          <p:cNvPr id="116" name="Shape 5"/>
          <p:cNvSpPr/>
          <p:nvPr/>
        </p:nvSpPr>
        <p:spPr>
          <a:xfrm>
            <a:off x="10423246" y="4622292"/>
            <a:ext cx="22860" cy="22860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17" name="Image 109" descr="preencoded.png">    </p:cNvPr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0305288" y="4645152"/>
            <a:ext cx="115214" cy="106070"/>
          </a:xfrm>
          <a:prstGeom prst="rect">
            <a:avLst/>
          </a:prstGeom>
        </p:spPr>
      </p:pic>
      <p:sp>
        <p:nvSpPr>
          <p:cNvPr id="118" name="Shape 6"/>
          <p:cNvSpPr/>
          <p:nvPr/>
        </p:nvSpPr>
        <p:spPr>
          <a:xfrm rot="24000">
            <a:off x="10423246" y="4646981"/>
            <a:ext cx="22860" cy="75895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119" name="Image 110" descr="preencoded.png">    </p:cNvPr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157277" y="4905756"/>
            <a:ext cx="460858" cy="434340"/>
          </a:xfrm>
          <a:prstGeom prst="rect">
            <a:avLst/>
          </a:prstGeom>
        </p:spPr>
      </p:pic>
      <p:sp>
        <p:nvSpPr>
          <p:cNvPr id="120" name="Shape 7"/>
          <p:cNvSpPr/>
          <p:nvPr/>
        </p:nvSpPr>
        <p:spPr>
          <a:xfrm rot="-10788000">
            <a:off x="314554" y="5119726"/>
            <a:ext cx="32004" cy="21946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21" name="Image 111" descr="preencoded.png">    </p:cNvPr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356616" y="5116982"/>
            <a:ext cx="71323" cy="26518"/>
          </a:xfrm>
          <a:prstGeom prst="rect">
            <a:avLst/>
          </a:prstGeom>
        </p:spPr>
      </p:pic>
      <p:pic>
        <p:nvPicPr>
          <p:cNvPr id="122" name="Image 112" descr="preencoded.png">    </p:cNvPr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470916" y="5117897"/>
            <a:ext cx="79553" cy="26518"/>
          </a:xfrm>
          <a:prstGeom prst="rect">
            <a:avLst/>
          </a:prstGeom>
        </p:spPr>
      </p:pic>
      <p:sp>
        <p:nvSpPr>
          <p:cNvPr id="123" name="Shape 8"/>
          <p:cNvSpPr/>
          <p:nvPr/>
        </p:nvSpPr>
        <p:spPr>
          <a:xfrm rot="-10356000">
            <a:off x="553212" y="5119726"/>
            <a:ext cx="31090" cy="237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4" name="Shape 9"/>
          <p:cNvSpPr/>
          <p:nvPr/>
        </p:nvSpPr>
        <p:spPr>
          <a:xfrm rot="-10152000">
            <a:off x="591617" y="5118811"/>
            <a:ext cx="27432" cy="237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5" name="Shape 10"/>
          <p:cNvSpPr/>
          <p:nvPr/>
        </p:nvSpPr>
        <p:spPr>
          <a:xfrm rot="-10800000">
            <a:off x="9027871" y="5519318"/>
            <a:ext cx="213055" cy="83210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26" name="Image 113" descr="preencoded.png">    </p:cNvPr>
          <p:cNvPicPr>
            <a:picLocks noChangeAspect="1"/>
          </p:cNvPicPr>
          <p:nvPr/>
        </p:nvPicPr>
        <p:blipFill>
          <a:blip r:embed="rId114"/>
          <a:stretch>
            <a:fillRect/>
          </a:stretch>
        </p:blipFill>
        <p:spPr>
          <a:xfrm>
            <a:off x="9026957" y="5583326"/>
            <a:ext cx="213055" cy="115214"/>
          </a:xfrm>
          <a:prstGeom prst="rect">
            <a:avLst/>
          </a:prstGeom>
        </p:spPr>
      </p:pic>
      <p:sp>
        <p:nvSpPr>
          <p:cNvPr id="127" name="Shape 11"/>
          <p:cNvSpPr/>
          <p:nvPr/>
        </p:nvSpPr>
        <p:spPr>
          <a:xfrm rot="-10788000">
            <a:off x="8905342" y="5650992"/>
            <a:ext cx="210312" cy="86868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28" name="Image 114" descr="preencoded.png">    </p:cNvPr>
          <p:cNvPicPr>
            <a:picLocks noChangeAspect="1"/>
          </p:cNvPicPr>
          <p:nvPr/>
        </p:nvPicPr>
        <p:blipFill>
          <a:blip r:embed="rId115"/>
          <a:stretch>
            <a:fillRect/>
          </a:stretch>
        </p:blipFill>
        <p:spPr>
          <a:xfrm>
            <a:off x="9124798" y="5682082"/>
            <a:ext cx="115214" cy="62179"/>
          </a:xfrm>
          <a:prstGeom prst="rect">
            <a:avLst/>
          </a:prstGeom>
        </p:spPr>
      </p:pic>
      <p:pic>
        <p:nvPicPr>
          <p:cNvPr id="129" name="Image 115" descr="preencoded.png">    </p:cNvPr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8883396" y="5722315"/>
            <a:ext cx="381305" cy="585216"/>
          </a:xfrm>
          <a:prstGeom prst="rect">
            <a:avLst/>
          </a:prstGeom>
        </p:spPr>
      </p:pic>
      <p:pic>
        <p:nvPicPr>
          <p:cNvPr id="130" name="Image 116" descr="preencoded.png">    </p:cNvPr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8871509" y="6477610"/>
            <a:ext cx="398678" cy="230429"/>
          </a:xfrm>
          <a:prstGeom prst="rect">
            <a:avLst/>
          </a:prstGeom>
        </p:spPr>
      </p:pic>
      <p:pic>
        <p:nvPicPr>
          <p:cNvPr id="131" name="Image 117" descr="preencoded.png">    </p:cNvPr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10292486" y="933602"/>
            <a:ext cx="239573" cy="177394"/>
          </a:xfrm>
          <a:prstGeom prst="rect">
            <a:avLst/>
          </a:prstGeom>
        </p:spPr>
      </p:pic>
      <p:pic>
        <p:nvPicPr>
          <p:cNvPr id="132" name="Image 118" descr="preencoded.png">    </p:cNvPr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2757830" y="1169518"/>
            <a:ext cx="1267358" cy="1550822"/>
          </a:xfrm>
          <a:prstGeom prst="rect">
            <a:avLst/>
          </a:prstGeom>
        </p:spPr>
      </p:pic>
      <p:pic>
        <p:nvPicPr>
          <p:cNvPr id="133" name="Image 119" descr="preencoded.png">    </p:cNvPr>
          <p:cNvPicPr>
            <a:picLocks noChangeAspect="1"/>
          </p:cNvPicPr>
          <p:nvPr/>
        </p:nvPicPr>
        <p:blipFill>
          <a:blip r:embed="rId120"/>
          <a:stretch>
            <a:fillRect/>
          </a:stretch>
        </p:blipFill>
        <p:spPr>
          <a:xfrm>
            <a:off x="10222992" y="1178662"/>
            <a:ext cx="381305" cy="266090"/>
          </a:xfrm>
          <a:prstGeom prst="rect">
            <a:avLst/>
          </a:prstGeom>
        </p:spPr>
      </p:pic>
      <p:pic>
        <p:nvPicPr>
          <p:cNvPr id="134" name="Image 120" descr="preencoded.png">    </p:cNvPr>
          <p:cNvPicPr>
            <a:picLocks noChangeAspect="1"/>
          </p:cNvPicPr>
          <p:nvPr/>
        </p:nvPicPr>
        <p:blipFill>
          <a:blip r:embed="rId121"/>
          <a:stretch>
            <a:fillRect/>
          </a:stretch>
        </p:blipFill>
        <p:spPr>
          <a:xfrm>
            <a:off x="226771" y="1202436"/>
            <a:ext cx="319126" cy="319126"/>
          </a:xfrm>
          <a:prstGeom prst="rect">
            <a:avLst/>
          </a:prstGeom>
        </p:spPr>
      </p:pic>
      <p:pic>
        <p:nvPicPr>
          <p:cNvPr id="135" name="Image 121" descr="preencoded.png">    </p:cNvPr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4678985" y="1381658"/>
            <a:ext cx="929945" cy="1435608"/>
          </a:xfrm>
          <a:prstGeom prst="rect">
            <a:avLst/>
          </a:prstGeom>
        </p:spPr>
      </p:pic>
      <p:pic>
        <p:nvPicPr>
          <p:cNvPr id="136" name="Image 122" descr="preencoded.png">    </p:cNvPr>
          <p:cNvPicPr>
            <a:picLocks noChangeAspect="1"/>
          </p:cNvPicPr>
          <p:nvPr/>
        </p:nvPicPr>
        <p:blipFill>
          <a:blip r:embed="rId123"/>
          <a:stretch>
            <a:fillRect/>
          </a:stretch>
        </p:blipFill>
        <p:spPr>
          <a:xfrm>
            <a:off x="9292133" y="1468526"/>
            <a:ext cx="442570" cy="842162"/>
          </a:xfrm>
          <a:prstGeom prst="rect">
            <a:avLst/>
          </a:prstGeom>
        </p:spPr>
      </p:pic>
      <p:pic>
        <p:nvPicPr>
          <p:cNvPr id="137" name="Image 123" descr="preencoded.png">    </p:cNvPr>
          <p:cNvPicPr>
            <a:picLocks noChangeAspect="1"/>
          </p:cNvPicPr>
          <p:nvPr/>
        </p:nvPicPr>
        <p:blipFill>
          <a:blip r:embed="rId124"/>
          <a:stretch>
            <a:fillRect/>
          </a:stretch>
        </p:blipFill>
        <p:spPr>
          <a:xfrm>
            <a:off x="10222078" y="1531620"/>
            <a:ext cx="381305" cy="523037"/>
          </a:xfrm>
          <a:prstGeom prst="rect">
            <a:avLst/>
          </a:prstGeom>
        </p:spPr>
      </p:pic>
      <p:pic>
        <p:nvPicPr>
          <p:cNvPr id="138" name="Image 124" descr="preencoded.png">    </p:cNvPr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202082" y="2034540"/>
            <a:ext cx="416052" cy="239573"/>
          </a:xfrm>
          <a:prstGeom prst="rect">
            <a:avLst/>
          </a:prstGeom>
        </p:spPr>
      </p:pic>
      <p:pic>
        <p:nvPicPr>
          <p:cNvPr id="139" name="Image 125" descr="preencoded.png">    </p:cNvPr>
          <p:cNvPicPr>
            <a:picLocks noChangeAspect="1"/>
          </p:cNvPicPr>
          <p:nvPr/>
        </p:nvPicPr>
        <p:blipFill>
          <a:blip r:embed="rId126"/>
          <a:stretch>
            <a:fillRect/>
          </a:stretch>
        </p:blipFill>
        <p:spPr>
          <a:xfrm>
            <a:off x="10290658" y="2133295"/>
            <a:ext cx="239573" cy="177394"/>
          </a:xfrm>
          <a:prstGeom prst="rect">
            <a:avLst/>
          </a:prstGeom>
        </p:spPr>
      </p:pic>
      <p:pic>
        <p:nvPicPr>
          <p:cNvPr id="140" name="Image 126" descr="preencoded.png">    </p:cNvPr>
          <p:cNvPicPr>
            <a:picLocks noChangeAspect="1"/>
          </p:cNvPicPr>
          <p:nvPr/>
        </p:nvPicPr>
        <p:blipFill>
          <a:blip r:embed="rId127"/>
          <a:stretch>
            <a:fillRect/>
          </a:stretch>
        </p:blipFill>
        <p:spPr>
          <a:xfrm>
            <a:off x="320954" y="2833726"/>
            <a:ext cx="132588" cy="213055"/>
          </a:xfrm>
          <a:prstGeom prst="rect">
            <a:avLst/>
          </a:prstGeom>
        </p:spPr>
      </p:pic>
      <p:sp>
        <p:nvSpPr>
          <p:cNvPr id="141" name="Shape 12"/>
          <p:cNvSpPr/>
          <p:nvPr/>
        </p:nvSpPr>
        <p:spPr>
          <a:xfrm>
            <a:off x="486461" y="3417113"/>
            <a:ext cx="66751" cy="66751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142" name="Image 127" descr="preencoded.png">    </p:cNvPr>
          <p:cNvPicPr>
            <a:picLocks noChangeAspect="1"/>
          </p:cNvPicPr>
          <p:nvPr/>
        </p:nvPicPr>
        <p:blipFill>
          <a:blip r:embed="rId128"/>
          <a:stretch>
            <a:fillRect/>
          </a:stretch>
        </p:blipFill>
        <p:spPr>
          <a:xfrm>
            <a:off x="278892" y="3507638"/>
            <a:ext cx="203911" cy="194767"/>
          </a:xfrm>
          <a:prstGeom prst="rect">
            <a:avLst/>
          </a:prstGeom>
        </p:spPr>
      </p:pic>
      <p:pic>
        <p:nvPicPr>
          <p:cNvPr id="143" name="Image 128" descr="preencoded.png">    </p:cNvPr>
          <p:cNvPicPr>
            <a:picLocks noChangeAspect="1"/>
          </p:cNvPicPr>
          <p:nvPr/>
        </p:nvPicPr>
        <p:blipFill>
          <a:blip r:embed="rId129"/>
          <a:stretch>
            <a:fillRect/>
          </a:stretch>
        </p:blipFill>
        <p:spPr>
          <a:xfrm>
            <a:off x="9832543" y="3553358"/>
            <a:ext cx="221285" cy="221285"/>
          </a:xfrm>
          <a:prstGeom prst="rect">
            <a:avLst/>
          </a:prstGeom>
        </p:spPr>
      </p:pic>
      <p:sp>
        <p:nvSpPr>
          <p:cNvPr id="144" name="Shape 13"/>
          <p:cNvSpPr/>
          <p:nvPr/>
        </p:nvSpPr>
        <p:spPr>
          <a:xfrm rot="-6000">
            <a:off x="7733081" y="3578962"/>
            <a:ext cx="150876" cy="150876"/>
          </a:xfrm>
          <a:prstGeom prst="roundRect">
            <a:avLst/>
          </a:prstGeom>
          <a:solidFill>
            <a:srgbClr val="FFE7DE"/>
          </a:solidFill>
          <a:ln/>
        </p:spPr>
      </p:sp>
      <p:pic>
        <p:nvPicPr>
          <p:cNvPr id="145" name="Image 129" descr="preencoded.png">    </p:cNvPr>
          <p:cNvPicPr>
            <a:picLocks noChangeAspect="1"/>
          </p:cNvPicPr>
          <p:nvPr/>
        </p:nvPicPr>
        <p:blipFill>
          <a:blip r:embed="rId130"/>
          <a:stretch>
            <a:fillRect/>
          </a:stretch>
        </p:blipFill>
        <p:spPr>
          <a:xfrm>
            <a:off x="2486254" y="3678631"/>
            <a:ext cx="1666037" cy="1293876"/>
          </a:xfrm>
          <a:prstGeom prst="rect">
            <a:avLst/>
          </a:prstGeom>
        </p:spPr>
      </p:pic>
      <p:sp>
        <p:nvSpPr>
          <p:cNvPr id="146" name="Shape 14"/>
          <p:cNvSpPr/>
          <p:nvPr/>
        </p:nvSpPr>
        <p:spPr>
          <a:xfrm rot="-6000">
            <a:off x="7403897" y="3906317"/>
            <a:ext cx="152705" cy="152705"/>
          </a:xfrm>
          <a:prstGeom prst="roundRect">
            <a:avLst/>
          </a:prstGeom>
          <a:solidFill>
            <a:srgbClr val="FFE7DE"/>
          </a:solidFill>
          <a:ln/>
        </p:spPr>
      </p:sp>
      <p:pic>
        <p:nvPicPr>
          <p:cNvPr id="147" name="Image 130" descr="preencoded.png">    </p:cNvPr>
          <p:cNvPicPr>
            <a:picLocks noChangeAspect="1"/>
          </p:cNvPicPr>
          <p:nvPr/>
        </p:nvPicPr>
        <p:blipFill>
          <a:blip r:embed="rId131"/>
          <a:stretch>
            <a:fillRect/>
          </a:stretch>
        </p:blipFill>
        <p:spPr>
          <a:xfrm>
            <a:off x="4538167" y="3923690"/>
            <a:ext cx="1284732" cy="1346911"/>
          </a:xfrm>
          <a:prstGeom prst="rect">
            <a:avLst/>
          </a:prstGeom>
        </p:spPr>
      </p:pic>
      <p:pic>
        <p:nvPicPr>
          <p:cNvPr id="148" name="Image 131" descr="preencoded.png">    </p:cNvPr>
          <p:cNvPicPr>
            <a:picLocks noChangeAspect="1"/>
          </p:cNvPicPr>
          <p:nvPr/>
        </p:nvPicPr>
        <p:blipFill>
          <a:blip r:embed="rId132"/>
          <a:stretch>
            <a:fillRect/>
          </a:stretch>
        </p:blipFill>
        <p:spPr>
          <a:xfrm>
            <a:off x="8854135" y="3943807"/>
            <a:ext cx="247802" cy="247802"/>
          </a:xfrm>
          <a:prstGeom prst="rect">
            <a:avLst/>
          </a:prstGeom>
        </p:spPr>
      </p:pic>
      <p:pic>
        <p:nvPicPr>
          <p:cNvPr id="149" name="Image 132" descr="preencoded.png">    </p:cNvPr>
          <p:cNvPicPr>
            <a:picLocks noChangeAspect="1"/>
          </p:cNvPicPr>
          <p:nvPr/>
        </p:nvPicPr>
        <p:blipFill>
          <a:blip r:embed="rId133"/>
          <a:stretch>
            <a:fillRect/>
          </a:stretch>
        </p:blipFill>
        <p:spPr>
          <a:xfrm>
            <a:off x="9830714" y="3952037"/>
            <a:ext cx="230429" cy="230429"/>
          </a:xfrm>
          <a:prstGeom prst="rect">
            <a:avLst/>
          </a:prstGeom>
        </p:spPr>
      </p:pic>
      <p:pic>
        <p:nvPicPr>
          <p:cNvPr id="150" name="Image 133" descr="preencoded.png">    </p:cNvPr>
          <p:cNvPicPr>
            <a:picLocks noChangeAspect="1"/>
          </p:cNvPicPr>
          <p:nvPr/>
        </p:nvPicPr>
        <p:blipFill>
          <a:blip r:embed="rId134"/>
          <a:stretch>
            <a:fillRect/>
          </a:stretch>
        </p:blipFill>
        <p:spPr>
          <a:xfrm>
            <a:off x="9214409" y="3982212"/>
            <a:ext cx="266090" cy="168250"/>
          </a:xfrm>
          <a:prstGeom prst="rect">
            <a:avLst/>
          </a:prstGeom>
        </p:spPr>
      </p:pic>
      <p:pic>
        <p:nvPicPr>
          <p:cNvPr id="151" name="Image 134" descr="preencoded.png">    </p:cNvPr>
          <p:cNvPicPr>
            <a:picLocks noChangeAspect="1"/>
          </p:cNvPicPr>
          <p:nvPr/>
        </p:nvPicPr>
        <p:blipFill>
          <a:blip r:embed="rId135"/>
          <a:stretch>
            <a:fillRect/>
          </a:stretch>
        </p:blipFill>
        <p:spPr>
          <a:xfrm>
            <a:off x="7818120" y="3984955"/>
            <a:ext cx="53035" cy="62179"/>
          </a:xfrm>
          <a:prstGeom prst="rect">
            <a:avLst/>
          </a:prstGeom>
        </p:spPr>
      </p:pic>
      <p:sp>
        <p:nvSpPr>
          <p:cNvPr id="152" name="Shape 15"/>
          <p:cNvSpPr/>
          <p:nvPr/>
        </p:nvSpPr>
        <p:spPr>
          <a:xfrm rot="-5424000">
            <a:off x="9281160" y="4034333"/>
            <a:ext cx="128016" cy="65837"/>
          </a:xfrm>
          <a:prstGeom prst="ellipse">
            <a:avLst/>
          </a:prstGeom>
          <a:solidFill>
            <a:srgbClr val="FFE7DE"/>
          </a:solidFill>
          <a:ln/>
        </p:spPr>
      </p:sp>
      <p:pic>
        <p:nvPicPr>
          <p:cNvPr id="153" name="Image 135" descr="preencoded.png">    </p:cNvPr>
          <p:cNvPicPr>
            <a:picLocks noChangeAspect="1"/>
          </p:cNvPicPr>
          <p:nvPr/>
        </p:nvPicPr>
        <p:blipFill>
          <a:blip r:embed="rId136"/>
          <a:stretch>
            <a:fillRect/>
          </a:stretch>
        </p:blipFill>
        <p:spPr>
          <a:xfrm>
            <a:off x="7824521" y="4031590"/>
            <a:ext cx="26518" cy="17374"/>
          </a:xfrm>
          <a:prstGeom prst="rect">
            <a:avLst/>
          </a:prstGeom>
        </p:spPr>
      </p:pic>
      <p:pic>
        <p:nvPicPr>
          <p:cNvPr id="154" name="Image 136" descr="preencoded.png">    </p:cNvPr>
          <p:cNvPicPr>
            <a:picLocks noChangeAspect="1"/>
          </p:cNvPicPr>
          <p:nvPr/>
        </p:nvPicPr>
        <p:blipFill>
          <a:blip r:embed="rId137"/>
          <a:stretch>
            <a:fillRect/>
          </a:stretch>
        </p:blipFill>
        <p:spPr>
          <a:xfrm>
            <a:off x="182880" y="4270248"/>
            <a:ext cx="381305" cy="203911"/>
          </a:xfrm>
          <a:prstGeom prst="rect">
            <a:avLst/>
          </a:prstGeom>
        </p:spPr>
      </p:pic>
      <p:pic>
        <p:nvPicPr>
          <p:cNvPr id="155" name="Image 137" descr="preencoded.png">    </p:cNvPr>
          <p:cNvPicPr>
            <a:picLocks noChangeAspect="1"/>
          </p:cNvPicPr>
          <p:nvPr/>
        </p:nvPicPr>
        <p:blipFill>
          <a:blip r:embed="rId138"/>
          <a:stretch>
            <a:fillRect/>
          </a:stretch>
        </p:blipFill>
        <p:spPr>
          <a:xfrm>
            <a:off x="10247681" y="4565599"/>
            <a:ext cx="53035" cy="62179"/>
          </a:xfrm>
          <a:prstGeom prst="rect">
            <a:avLst/>
          </a:prstGeom>
        </p:spPr>
      </p:pic>
      <p:sp>
        <p:nvSpPr>
          <p:cNvPr id="156" name="Shape 16"/>
          <p:cNvSpPr/>
          <p:nvPr/>
        </p:nvSpPr>
        <p:spPr>
          <a:xfrm rot="-5370000">
            <a:off x="10315346" y="4664354"/>
            <a:ext cx="55778" cy="39319"/>
          </a:xfrm>
          <a:prstGeom prst="ellipse">
            <a:avLst/>
          </a:prstGeom>
          <a:solidFill>
            <a:srgbClr val="FFE7DE"/>
          </a:solidFill>
          <a:ln/>
        </p:spPr>
      </p:sp>
      <p:sp>
        <p:nvSpPr>
          <p:cNvPr id="157" name="Shape 17"/>
          <p:cNvSpPr/>
          <p:nvPr/>
        </p:nvSpPr>
        <p:spPr>
          <a:xfrm rot="-5358000">
            <a:off x="10455250" y="4664354"/>
            <a:ext cx="58522" cy="40234"/>
          </a:xfrm>
          <a:prstGeom prst="ellipse">
            <a:avLst/>
          </a:prstGeom>
          <a:solidFill>
            <a:srgbClr val="FFE7DE"/>
          </a:solidFill>
          <a:ln/>
        </p:spPr>
      </p:sp>
      <p:pic>
        <p:nvPicPr>
          <p:cNvPr id="158" name="Image 138" descr="preencoded.png">    </p:cNvPr>
          <p:cNvPicPr>
            <a:picLocks noChangeAspect="1"/>
          </p:cNvPicPr>
          <p:nvPr/>
        </p:nvPicPr>
        <p:blipFill>
          <a:blip r:embed="rId139"/>
          <a:stretch>
            <a:fillRect/>
          </a:stretch>
        </p:blipFill>
        <p:spPr>
          <a:xfrm>
            <a:off x="9047988" y="6059729"/>
            <a:ext cx="53035" cy="132588"/>
          </a:xfrm>
          <a:prstGeom prst="rect">
            <a:avLst/>
          </a:prstGeom>
        </p:spPr>
      </p:pic>
      <p:sp>
        <p:nvSpPr>
          <p:cNvPr id="159" name="Shape 18"/>
          <p:cNvSpPr/>
          <p:nvPr/>
        </p:nvSpPr>
        <p:spPr>
          <a:xfrm>
            <a:off x="9047988" y="6206947"/>
            <a:ext cx="51206" cy="51206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160" name="Image 139" descr="preencoded.png">    </p:cNvPr>
          <p:cNvPicPr>
            <a:picLocks noChangeAspect="1"/>
          </p:cNvPicPr>
          <p:nvPr/>
        </p:nvPicPr>
        <p:blipFill>
          <a:blip r:embed="rId140"/>
          <a:stretch>
            <a:fillRect/>
          </a:stretch>
        </p:blipFill>
        <p:spPr>
          <a:xfrm>
            <a:off x="8898026" y="6505042"/>
            <a:ext cx="319126" cy="177394"/>
          </a:xfrm>
          <a:prstGeom prst="rect">
            <a:avLst/>
          </a:prstGeom>
        </p:spPr>
      </p:pic>
      <p:pic>
        <p:nvPicPr>
          <p:cNvPr id="161" name="Image 140" descr="preencoded.png">    </p:cNvPr>
          <p:cNvPicPr>
            <a:picLocks noChangeAspect="1"/>
          </p:cNvPicPr>
          <p:nvPr/>
        </p:nvPicPr>
        <p:blipFill>
          <a:blip r:embed="rId141"/>
          <a:stretch>
            <a:fillRect/>
          </a:stretch>
        </p:blipFill>
        <p:spPr>
          <a:xfrm>
            <a:off x="10299802" y="1051560"/>
            <a:ext cx="141732" cy="43891"/>
          </a:xfrm>
          <a:prstGeom prst="rect">
            <a:avLst/>
          </a:prstGeom>
        </p:spPr>
      </p:pic>
      <p:sp>
        <p:nvSpPr>
          <p:cNvPr id="162" name="Shape 19"/>
          <p:cNvSpPr/>
          <p:nvPr/>
        </p:nvSpPr>
        <p:spPr>
          <a:xfrm rot="18000">
            <a:off x="10361981" y="944575"/>
            <a:ext cx="99670" cy="24689"/>
          </a:xfrm>
          <a:prstGeom prst="roundRect">
            <a:avLst/>
          </a:prstGeom>
          <a:solidFill>
            <a:srgbClr val="CEA872"/>
          </a:solidFill>
          <a:ln/>
        </p:spPr>
      </p:sp>
      <p:pic>
        <p:nvPicPr>
          <p:cNvPr id="163" name="Image 141" descr="preencoded.png">    </p:cNvPr>
          <p:cNvPicPr>
            <a:picLocks noChangeAspect="1"/>
          </p:cNvPicPr>
          <p:nvPr/>
        </p:nvPicPr>
        <p:blipFill>
          <a:blip r:embed="rId142"/>
          <a:stretch>
            <a:fillRect/>
          </a:stretch>
        </p:blipFill>
        <p:spPr>
          <a:xfrm>
            <a:off x="10304374" y="1049731"/>
            <a:ext cx="213055" cy="43891"/>
          </a:xfrm>
          <a:prstGeom prst="rect">
            <a:avLst/>
          </a:prstGeom>
        </p:spPr>
      </p:pic>
      <p:sp>
        <p:nvSpPr>
          <p:cNvPr id="164" name="Shape 20"/>
          <p:cNvSpPr/>
          <p:nvPr/>
        </p:nvSpPr>
        <p:spPr>
          <a:xfrm>
            <a:off x="10236708" y="1190549"/>
            <a:ext cx="352958" cy="244145"/>
          </a:xfrm>
          <a:prstGeom prst="roundRect">
            <a:avLst/>
          </a:prstGeom>
          <a:solidFill>
            <a:srgbClr val="F3E8CF"/>
          </a:solidFill>
          <a:ln/>
        </p:spPr>
      </p:sp>
      <p:pic>
        <p:nvPicPr>
          <p:cNvPr id="165" name="Image 142" descr="preencoded.png">    </p:cNvPr>
          <p:cNvPicPr>
            <a:picLocks noChangeAspect="1"/>
          </p:cNvPicPr>
          <p:nvPr/>
        </p:nvPicPr>
        <p:blipFill>
          <a:blip r:embed="rId143"/>
          <a:stretch>
            <a:fillRect/>
          </a:stretch>
        </p:blipFill>
        <p:spPr>
          <a:xfrm>
            <a:off x="366674" y="1243584"/>
            <a:ext cx="106070" cy="185623"/>
          </a:xfrm>
          <a:prstGeom prst="rect">
            <a:avLst/>
          </a:prstGeom>
        </p:spPr>
      </p:pic>
      <p:sp>
        <p:nvSpPr>
          <p:cNvPr id="166" name="Shape 21"/>
          <p:cNvSpPr/>
          <p:nvPr/>
        </p:nvSpPr>
        <p:spPr>
          <a:xfrm rot="6000">
            <a:off x="10362895" y="1545336"/>
            <a:ext cx="96926" cy="21031"/>
          </a:xfrm>
          <a:prstGeom prst="roundRect">
            <a:avLst/>
          </a:prstGeom>
          <a:solidFill>
            <a:srgbClr val="F3E8CF"/>
          </a:solidFill>
          <a:ln/>
        </p:spPr>
      </p:sp>
      <p:pic>
        <p:nvPicPr>
          <p:cNvPr id="167" name="Image 143" descr="preencoded.png">    </p:cNvPr>
          <p:cNvPicPr>
            <a:picLocks noChangeAspect="1"/>
          </p:cNvPicPr>
          <p:nvPr/>
        </p:nvPicPr>
        <p:blipFill>
          <a:blip r:embed="rId144"/>
          <a:stretch>
            <a:fillRect/>
          </a:stretch>
        </p:blipFill>
        <p:spPr>
          <a:xfrm>
            <a:off x="10328148" y="1570939"/>
            <a:ext cx="159106" cy="79553"/>
          </a:xfrm>
          <a:prstGeom prst="rect">
            <a:avLst/>
          </a:prstGeom>
        </p:spPr>
      </p:pic>
      <p:pic>
        <p:nvPicPr>
          <p:cNvPr id="168" name="Image 144" descr="preencoded.png">    </p:cNvPr>
          <p:cNvPicPr>
            <a:picLocks noChangeAspect="1"/>
          </p:cNvPicPr>
          <p:nvPr/>
        </p:nvPicPr>
        <p:blipFill>
          <a:blip r:embed="rId145"/>
          <a:stretch>
            <a:fillRect/>
          </a:stretch>
        </p:blipFill>
        <p:spPr>
          <a:xfrm>
            <a:off x="9362542" y="1624889"/>
            <a:ext cx="309982" cy="451714"/>
          </a:xfrm>
          <a:prstGeom prst="rect">
            <a:avLst/>
          </a:prstGeom>
        </p:spPr>
      </p:pic>
      <p:pic>
        <p:nvPicPr>
          <p:cNvPr id="169" name="Image 145" descr="preencoded.png">    </p:cNvPr>
          <p:cNvPicPr>
            <a:picLocks noChangeAspect="1"/>
          </p:cNvPicPr>
          <p:nvPr/>
        </p:nvPicPr>
        <p:blipFill>
          <a:blip r:embed="rId146"/>
          <a:stretch>
            <a:fillRect/>
          </a:stretch>
        </p:blipFill>
        <p:spPr>
          <a:xfrm>
            <a:off x="10303459" y="1652321"/>
            <a:ext cx="221285" cy="43891"/>
          </a:xfrm>
          <a:prstGeom prst="rect">
            <a:avLst/>
          </a:prstGeom>
        </p:spPr>
      </p:pic>
      <p:sp>
        <p:nvSpPr>
          <p:cNvPr id="170" name="Shape 22"/>
          <p:cNvSpPr/>
          <p:nvPr/>
        </p:nvSpPr>
        <p:spPr>
          <a:xfrm rot="-18000">
            <a:off x="10416845" y="1679753"/>
            <a:ext cx="42977" cy="18288"/>
          </a:xfrm>
          <a:prstGeom prst="ellipse">
            <a:avLst/>
          </a:prstGeom>
          <a:solidFill>
            <a:srgbClr val="CEA872"/>
          </a:solidFill>
          <a:ln/>
        </p:spPr>
      </p:sp>
      <p:pic>
        <p:nvPicPr>
          <p:cNvPr id="171" name="Image 146" descr="preencoded.png">    </p:cNvPr>
          <p:cNvPicPr>
            <a:picLocks noChangeAspect="1"/>
          </p:cNvPicPr>
          <p:nvPr/>
        </p:nvPicPr>
        <p:blipFill>
          <a:blip r:embed="rId147"/>
          <a:stretch>
            <a:fillRect/>
          </a:stretch>
        </p:blipFill>
        <p:spPr>
          <a:xfrm>
            <a:off x="2905963" y="1710842"/>
            <a:ext cx="965606" cy="929945"/>
          </a:xfrm>
          <a:prstGeom prst="rect">
            <a:avLst/>
          </a:prstGeom>
        </p:spPr>
      </p:pic>
      <p:sp>
        <p:nvSpPr>
          <p:cNvPr id="172" name="Shape 23"/>
          <p:cNvSpPr/>
          <p:nvPr/>
        </p:nvSpPr>
        <p:spPr>
          <a:xfrm>
            <a:off x="10235794" y="1789481"/>
            <a:ext cx="352958" cy="248717"/>
          </a:xfrm>
          <a:prstGeom prst="roundRect">
            <a:avLst/>
          </a:prstGeom>
          <a:solidFill>
            <a:srgbClr val="F3E8CF"/>
          </a:solidFill>
          <a:ln/>
        </p:spPr>
      </p:sp>
      <p:pic>
        <p:nvPicPr>
          <p:cNvPr id="173" name="Image 147" descr="preencoded.png">    </p:cNvPr>
          <p:cNvPicPr>
            <a:picLocks noChangeAspect="1"/>
          </p:cNvPicPr>
          <p:nvPr/>
        </p:nvPicPr>
        <p:blipFill>
          <a:blip r:embed="rId148"/>
          <a:stretch>
            <a:fillRect/>
          </a:stretch>
        </p:blipFill>
        <p:spPr>
          <a:xfrm>
            <a:off x="4856378" y="1954987"/>
            <a:ext cx="576072" cy="717804"/>
          </a:xfrm>
          <a:prstGeom prst="rect">
            <a:avLst/>
          </a:prstGeom>
        </p:spPr>
      </p:pic>
      <p:pic>
        <p:nvPicPr>
          <p:cNvPr id="174" name="Image 148" descr="preencoded.png">    </p:cNvPr>
          <p:cNvPicPr>
            <a:picLocks noChangeAspect="1"/>
          </p:cNvPicPr>
          <p:nvPr/>
        </p:nvPicPr>
        <p:blipFill>
          <a:blip r:embed="rId149"/>
          <a:stretch>
            <a:fillRect/>
          </a:stretch>
        </p:blipFill>
        <p:spPr>
          <a:xfrm>
            <a:off x="271577" y="2049170"/>
            <a:ext cx="283464" cy="62179"/>
          </a:xfrm>
          <a:prstGeom prst="rect">
            <a:avLst/>
          </a:prstGeom>
        </p:spPr>
      </p:pic>
      <p:pic>
        <p:nvPicPr>
          <p:cNvPr id="175" name="Image 149" descr="preencoded.png">    </p:cNvPr>
          <p:cNvPicPr>
            <a:picLocks noChangeAspect="1"/>
          </p:cNvPicPr>
          <p:nvPr/>
        </p:nvPicPr>
        <p:blipFill>
          <a:blip r:embed="rId150"/>
          <a:stretch>
            <a:fillRect/>
          </a:stretch>
        </p:blipFill>
        <p:spPr>
          <a:xfrm>
            <a:off x="250546" y="2112264"/>
            <a:ext cx="328270" cy="62179"/>
          </a:xfrm>
          <a:prstGeom prst="rect">
            <a:avLst/>
          </a:prstGeom>
        </p:spPr>
      </p:pic>
      <p:sp>
        <p:nvSpPr>
          <p:cNvPr id="176" name="Shape 24"/>
          <p:cNvSpPr/>
          <p:nvPr/>
        </p:nvSpPr>
        <p:spPr>
          <a:xfrm>
            <a:off x="9325966" y="2126894"/>
            <a:ext cx="374904" cy="150876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77" name="Shape 25"/>
          <p:cNvSpPr/>
          <p:nvPr/>
        </p:nvSpPr>
        <p:spPr>
          <a:xfrm rot="24000">
            <a:off x="10361066" y="2147926"/>
            <a:ext cx="98755" cy="23774"/>
          </a:xfrm>
          <a:prstGeom prst="roundRect">
            <a:avLst/>
          </a:prstGeom>
          <a:solidFill>
            <a:srgbClr val="F3E8CF"/>
          </a:solidFill>
          <a:ln/>
        </p:spPr>
      </p:sp>
      <p:pic>
        <p:nvPicPr>
          <p:cNvPr id="178" name="Image 150" descr="preencoded.png">    </p:cNvPr>
          <p:cNvPicPr>
            <a:picLocks noChangeAspect="1"/>
          </p:cNvPicPr>
          <p:nvPr/>
        </p:nvPicPr>
        <p:blipFill>
          <a:blip r:embed="rId151"/>
          <a:stretch>
            <a:fillRect/>
          </a:stretch>
        </p:blipFill>
        <p:spPr>
          <a:xfrm>
            <a:off x="10342778" y="2173529"/>
            <a:ext cx="132588" cy="79553"/>
          </a:xfrm>
          <a:prstGeom prst="rect">
            <a:avLst/>
          </a:prstGeom>
        </p:spPr>
      </p:pic>
      <p:pic>
        <p:nvPicPr>
          <p:cNvPr id="179" name="Image 151" descr="preencoded.png">    </p:cNvPr>
          <p:cNvPicPr>
            <a:picLocks noChangeAspect="1"/>
          </p:cNvPicPr>
          <p:nvPr/>
        </p:nvPicPr>
        <p:blipFill>
          <a:blip r:embed="rId152"/>
          <a:stretch>
            <a:fillRect/>
          </a:stretch>
        </p:blipFill>
        <p:spPr>
          <a:xfrm>
            <a:off x="228600" y="2182673"/>
            <a:ext cx="363017" cy="71323"/>
          </a:xfrm>
          <a:prstGeom prst="rect">
            <a:avLst/>
          </a:prstGeom>
        </p:spPr>
      </p:pic>
      <p:pic>
        <p:nvPicPr>
          <p:cNvPr id="180" name="Image 152" descr="preencoded.png">    </p:cNvPr>
          <p:cNvPicPr>
            <a:picLocks noChangeAspect="1"/>
          </p:cNvPicPr>
          <p:nvPr/>
        </p:nvPicPr>
        <p:blipFill>
          <a:blip r:embed="rId153"/>
          <a:stretch>
            <a:fillRect/>
          </a:stretch>
        </p:blipFill>
        <p:spPr>
          <a:xfrm>
            <a:off x="10301630" y="2252167"/>
            <a:ext cx="221285" cy="43891"/>
          </a:xfrm>
          <a:prstGeom prst="rect">
            <a:avLst/>
          </a:prstGeom>
        </p:spPr>
      </p:pic>
      <p:pic>
        <p:nvPicPr>
          <p:cNvPr id="181" name="Image 153" descr="preencoded.png">    </p:cNvPr>
          <p:cNvPicPr>
            <a:picLocks noChangeAspect="1"/>
          </p:cNvPicPr>
          <p:nvPr/>
        </p:nvPicPr>
        <p:blipFill>
          <a:blip r:embed="rId154"/>
          <a:stretch>
            <a:fillRect/>
          </a:stretch>
        </p:blipFill>
        <p:spPr>
          <a:xfrm>
            <a:off x="9890150" y="3595421"/>
            <a:ext cx="106070" cy="106070"/>
          </a:xfrm>
          <a:prstGeom prst="rect">
            <a:avLst/>
          </a:prstGeom>
        </p:spPr>
      </p:pic>
      <p:sp>
        <p:nvSpPr>
          <p:cNvPr id="182" name="Shape 26"/>
          <p:cNvSpPr/>
          <p:nvPr/>
        </p:nvSpPr>
        <p:spPr>
          <a:xfrm rot="-30000">
            <a:off x="9888322" y="3713378"/>
            <a:ext cx="112471" cy="29261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83" name="Shape 27"/>
          <p:cNvSpPr/>
          <p:nvPr/>
        </p:nvSpPr>
        <p:spPr>
          <a:xfrm rot="-5472000">
            <a:off x="9929470" y="3980383"/>
            <a:ext cx="37490" cy="24689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84" name="Image 154" descr="preencoded.png">    </p:cNvPr>
          <p:cNvPicPr>
            <a:picLocks noChangeAspect="1"/>
          </p:cNvPicPr>
          <p:nvPr/>
        </p:nvPicPr>
        <p:blipFill>
          <a:blip r:embed="rId155"/>
          <a:stretch>
            <a:fillRect/>
          </a:stretch>
        </p:blipFill>
        <p:spPr>
          <a:xfrm>
            <a:off x="8875166" y="3981298"/>
            <a:ext cx="203911" cy="185623"/>
          </a:xfrm>
          <a:prstGeom prst="rect">
            <a:avLst/>
          </a:prstGeom>
        </p:spPr>
      </p:pic>
      <p:sp>
        <p:nvSpPr>
          <p:cNvPr id="185" name="Shape 28"/>
          <p:cNvSpPr/>
          <p:nvPr/>
        </p:nvSpPr>
        <p:spPr>
          <a:xfrm rot="-4290000">
            <a:off x="9892894" y="3984955"/>
            <a:ext cx="31090" cy="2651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6" name="Shape 29"/>
          <p:cNvSpPr/>
          <p:nvPr/>
        </p:nvSpPr>
        <p:spPr>
          <a:xfrm rot="-6732000">
            <a:off x="9977018" y="3991356"/>
            <a:ext cx="33833" cy="26518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87" name="Image 155" descr="preencoded.png">    </p:cNvPr>
          <p:cNvPicPr>
            <a:picLocks noChangeAspect="1"/>
          </p:cNvPicPr>
          <p:nvPr/>
        </p:nvPicPr>
        <p:blipFill>
          <a:blip r:embed="rId156"/>
          <a:stretch>
            <a:fillRect/>
          </a:stretch>
        </p:blipFill>
        <p:spPr>
          <a:xfrm>
            <a:off x="7832750" y="3998671"/>
            <a:ext cx="26518" cy="26518"/>
          </a:xfrm>
          <a:prstGeom prst="rect">
            <a:avLst/>
          </a:prstGeom>
        </p:spPr>
      </p:pic>
      <p:sp>
        <p:nvSpPr>
          <p:cNvPr id="188" name="Shape 30"/>
          <p:cNvSpPr/>
          <p:nvPr/>
        </p:nvSpPr>
        <p:spPr>
          <a:xfrm rot="-2490000">
            <a:off x="9863633" y="4014216"/>
            <a:ext cx="31090" cy="2651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9" name="Shape 31"/>
          <p:cNvSpPr/>
          <p:nvPr/>
        </p:nvSpPr>
        <p:spPr>
          <a:xfrm rot="-4428000">
            <a:off x="10000793" y="4021531"/>
            <a:ext cx="29261" cy="24689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90" name="Image 156" descr="preencoded.png">    </p:cNvPr>
          <p:cNvPicPr>
            <a:picLocks noChangeAspect="1"/>
          </p:cNvPicPr>
          <p:nvPr/>
        </p:nvPicPr>
        <p:blipFill>
          <a:blip r:embed="rId157"/>
          <a:stretch>
            <a:fillRect/>
          </a:stretch>
        </p:blipFill>
        <p:spPr>
          <a:xfrm>
            <a:off x="9924898" y="4019702"/>
            <a:ext cx="35662" cy="88697"/>
          </a:xfrm>
          <a:prstGeom prst="rect">
            <a:avLst/>
          </a:prstGeom>
        </p:spPr>
      </p:pic>
      <p:pic>
        <p:nvPicPr>
          <p:cNvPr id="191" name="Image 157" descr="preencoded.png">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4891126" y="4070909"/>
            <a:ext cx="557784" cy="309982"/>
          </a:xfrm>
          <a:prstGeom prst="rect">
            <a:avLst/>
          </a:prstGeom>
        </p:spPr>
      </p:pic>
      <p:pic>
        <p:nvPicPr>
          <p:cNvPr id="192" name="Image 158" descr="preencoded.png">    </p:cNvPr>
          <p:cNvPicPr>
            <a:picLocks noChangeAspect="1"/>
          </p:cNvPicPr>
          <p:nvPr/>
        </p:nvPicPr>
        <p:blipFill>
          <a:blip r:embed="rId159"/>
          <a:stretch>
            <a:fillRect/>
          </a:stretch>
        </p:blipFill>
        <p:spPr>
          <a:xfrm>
            <a:off x="2585923" y="4099255"/>
            <a:ext cx="1479499" cy="753466"/>
          </a:xfrm>
          <a:prstGeom prst="rect">
            <a:avLst/>
          </a:prstGeom>
        </p:spPr>
      </p:pic>
      <p:sp>
        <p:nvSpPr>
          <p:cNvPr id="193" name="Shape 32"/>
          <p:cNvSpPr/>
          <p:nvPr/>
        </p:nvSpPr>
        <p:spPr>
          <a:xfrm rot="24000">
            <a:off x="9890150" y="4115714"/>
            <a:ext cx="108814" cy="3109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94" name="Shape 33"/>
          <p:cNvSpPr/>
          <p:nvPr/>
        </p:nvSpPr>
        <p:spPr>
          <a:xfrm rot="12000">
            <a:off x="202997" y="4291279"/>
            <a:ext cx="205740" cy="160020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195" name="Image 159" descr="preencoded.png">    </p:cNvPr>
          <p:cNvPicPr>
            <a:picLocks noChangeAspect="1"/>
          </p:cNvPicPr>
          <p:nvPr/>
        </p:nvPicPr>
        <p:blipFill>
          <a:blip r:embed="rId160"/>
          <a:stretch>
            <a:fillRect/>
          </a:stretch>
        </p:blipFill>
        <p:spPr>
          <a:xfrm>
            <a:off x="8984894" y="6535217"/>
            <a:ext cx="150876" cy="124358"/>
          </a:xfrm>
          <a:prstGeom prst="rect">
            <a:avLst/>
          </a:prstGeom>
        </p:spPr>
      </p:pic>
      <p:sp>
        <p:nvSpPr>
          <p:cNvPr id="196" name="Shape 34"/>
          <p:cNvSpPr/>
          <p:nvPr/>
        </p:nvSpPr>
        <p:spPr>
          <a:xfrm>
            <a:off x="9494215" y="1655064"/>
            <a:ext cx="38405" cy="38405"/>
          </a:xfrm>
          <a:prstGeom prst="ellipse">
            <a:avLst/>
          </a:prstGeom>
          <a:solidFill>
            <a:srgbClr val="FFE7DE"/>
          </a:solidFill>
          <a:ln/>
        </p:spPr>
      </p:sp>
      <p:sp>
        <p:nvSpPr>
          <p:cNvPr id="197" name="Shape 35"/>
          <p:cNvSpPr/>
          <p:nvPr/>
        </p:nvSpPr>
        <p:spPr>
          <a:xfrm>
            <a:off x="3318358" y="1734617"/>
            <a:ext cx="142646" cy="142646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198" name="Shape 36"/>
          <p:cNvSpPr/>
          <p:nvPr/>
        </p:nvSpPr>
        <p:spPr>
          <a:xfrm rot="-5526000">
            <a:off x="9597542" y="1740103"/>
            <a:ext cx="40234" cy="37490"/>
          </a:xfrm>
          <a:prstGeom prst="ellipse">
            <a:avLst/>
          </a:prstGeom>
          <a:solidFill>
            <a:srgbClr val="FFE7DE"/>
          </a:solidFill>
          <a:ln/>
        </p:spPr>
      </p:sp>
      <p:sp>
        <p:nvSpPr>
          <p:cNvPr id="199" name="Shape 37"/>
          <p:cNvSpPr/>
          <p:nvPr/>
        </p:nvSpPr>
        <p:spPr>
          <a:xfrm>
            <a:off x="9392717" y="1785823"/>
            <a:ext cx="40234" cy="40234"/>
          </a:xfrm>
          <a:prstGeom prst="ellipse">
            <a:avLst/>
          </a:prstGeom>
          <a:solidFill>
            <a:srgbClr val="F3E8CF"/>
          </a:solidFill>
          <a:ln/>
        </p:spPr>
      </p:sp>
      <p:pic>
        <p:nvPicPr>
          <p:cNvPr id="200" name="Image 160" descr="preencoded.png">    </p:cNvPr>
          <p:cNvPicPr>
            <a:picLocks noChangeAspect="1"/>
          </p:cNvPicPr>
          <p:nvPr/>
        </p:nvPicPr>
        <p:blipFill>
          <a:blip r:embed="rId161"/>
          <a:stretch>
            <a:fillRect/>
          </a:stretch>
        </p:blipFill>
        <p:spPr>
          <a:xfrm>
            <a:off x="3071470" y="1828800"/>
            <a:ext cx="239573" cy="159106"/>
          </a:xfrm>
          <a:prstGeom prst="rect">
            <a:avLst/>
          </a:prstGeom>
        </p:spPr>
      </p:pic>
      <p:pic>
        <p:nvPicPr>
          <p:cNvPr id="201" name="Image 161" descr="preencoded.png">    </p:cNvPr>
          <p:cNvPicPr>
            <a:picLocks noChangeAspect="1"/>
          </p:cNvPicPr>
          <p:nvPr/>
        </p:nvPicPr>
        <p:blipFill>
          <a:blip r:embed="rId162"/>
          <a:stretch>
            <a:fillRect/>
          </a:stretch>
        </p:blipFill>
        <p:spPr>
          <a:xfrm>
            <a:off x="3471977" y="1851660"/>
            <a:ext cx="239573" cy="203911"/>
          </a:xfrm>
          <a:prstGeom prst="rect">
            <a:avLst/>
          </a:prstGeom>
        </p:spPr>
      </p:pic>
      <p:pic>
        <p:nvPicPr>
          <p:cNvPr id="202" name="Image 162" descr="preencoded.png">    </p:cNvPr>
          <p:cNvPicPr>
            <a:picLocks noChangeAspect="1"/>
          </p:cNvPicPr>
          <p:nvPr/>
        </p:nvPicPr>
        <p:blipFill>
          <a:blip r:embed="rId163"/>
          <a:stretch>
            <a:fillRect/>
          </a:stretch>
        </p:blipFill>
        <p:spPr>
          <a:xfrm>
            <a:off x="3207715" y="1850746"/>
            <a:ext cx="372161" cy="203911"/>
          </a:xfrm>
          <a:prstGeom prst="rect">
            <a:avLst/>
          </a:prstGeom>
        </p:spPr>
      </p:pic>
      <p:sp>
        <p:nvSpPr>
          <p:cNvPr id="203" name="Shape 38"/>
          <p:cNvSpPr/>
          <p:nvPr/>
        </p:nvSpPr>
        <p:spPr>
          <a:xfrm rot="-5658000">
            <a:off x="2922422" y="1865376"/>
            <a:ext cx="144475" cy="141732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04" name="Image 163" descr="preencoded.png">    </p:cNvPr>
          <p:cNvPicPr>
            <a:picLocks noChangeAspect="1"/>
          </p:cNvPicPr>
          <p:nvPr/>
        </p:nvPicPr>
        <p:blipFill>
          <a:blip r:embed="rId164"/>
          <a:stretch>
            <a:fillRect/>
          </a:stretch>
        </p:blipFill>
        <p:spPr>
          <a:xfrm>
            <a:off x="3071470" y="1954073"/>
            <a:ext cx="115214" cy="115214"/>
          </a:xfrm>
          <a:prstGeom prst="rect">
            <a:avLst/>
          </a:prstGeom>
        </p:spPr>
      </p:pic>
      <p:sp>
        <p:nvSpPr>
          <p:cNvPr id="205" name="Shape 39"/>
          <p:cNvSpPr/>
          <p:nvPr/>
        </p:nvSpPr>
        <p:spPr>
          <a:xfrm rot="-3492000">
            <a:off x="3318358" y="1983334"/>
            <a:ext cx="143561" cy="141732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06" name="Shape 40"/>
          <p:cNvSpPr/>
          <p:nvPr/>
        </p:nvSpPr>
        <p:spPr>
          <a:xfrm>
            <a:off x="3714293" y="1981505"/>
            <a:ext cx="143561" cy="143561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07" name="Image 164" descr="preencoded.png">    </p:cNvPr>
          <p:cNvPicPr>
            <a:picLocks noChangeAspect="1"/>
          </p:cNvPicPr>
          <p:nvPr/>
        </p:nvPicPr>
        <p:blipFill>
          <a:blip r:embed="rId165"/>
          <a:stretch>
            <a:fillRect/>
          </a:stretch>
        </p:blipFill>
        <p:spPr>
          <a:xfrm>
            <a:off x="4884725" y="1982419"/>
            <a:ext cx="513893" cy="141732"/>
          </a:xfrm>
          <a:prstGeom prst="rect">
            <a:avLst/>
          </a:prstGeom>
        </p:spPr>
      </p:pic>
      <p:pic>
        <p:nvPicPr>
          <p:cNvPr id="208" name="Image 165" descr="preencoded.png">    </p:cNvPr>
          <p:cNvPicPr>
            <a:picLocks noChangeAspect="1"/>
          </p:cNvPicPr>
          <p:nvPr/>
        </p:nvPicPr>
        <p:blipFill>
          <a:blip r:embed="rId166"/>
          <a:stretch>
            <a:fillRect/>
          </a:stretch>
        </p:blipFill>
        <p:spPr>
          <a:xfrm>
            <a:off x="3151022" y="1998878"/>
            <a:ext cx="88697" cy="97841"/>
          </a:xfrm>
          <a:prstGeom prst="rect">
            <a:avLst/>
          </a:prstGeom>
        </p:spPr>
      </p:pic>
      <p:sp>
        <p:nvSpPr>
          <p:cNvPr id="209" name="Shape 41"/>
          <p:cNvSpPr/>
          <p:nvPr/>
        </p:nvSpPr>
        <p:spPr>
          <a:xfrm>
            <a:off x="9493301" y="2009851"/>
            <a:ext cx="40234" cy="40234"/>
          </a:xfrm>
          <a:prstGeom prst="ellipse">
            <a:avLst/>
          </a:prstGeom>
          <a:solidFill>
            <a:srgbClr val="F3E8CF"/>
          </a:solidFill>
          <a:ln/>
        </p:spPr>
      </p:sp>
      <p:pic>
        <p:nvPicPr>
          <p:cNvPr id="210" name="Image 166" descr="preencoded.png">    </p:cNvPr>
          <p:cNvPicPr>
            <a:picLocks noChangeAspect="1"/>
          </p:cNvPicPr>
          <p:nvPr/>
        </p:nvPicPr>
        <p:blipFill>
          <a:blip r:embed="rId167"/>
          <a:stretch>
            <a:fillRect/>
          </a:stretch>
        </p:blipFill>
        <p:spPr>
          <a:xfrm>
            <a:off x="3219602" y="2021738"/>
            <a:ext cx="88697" cy="71323"/>
          </a:xfrm>
          <a:prstGeom prst="rect">
            <a:avLst/>
          </a:prstGeom>
        </p:spPr>
      </p:pic>
      <p:pic>
        <p:nvPicPr>
          <p:cNvPr id="211" name="Image 167" descr="preencoded.png">    </p:cNvPr>
          <p:cNvPicPr>
            <a:picLocks noChangeAspect="1"/>
          </p:cNvPicPr>
          <p:nvPr/>
        </p:nvPicPr>
        <p:blipFill>
          <a:blip r:embed="rId168"/>
          <a:stretch>
            <a:fillRect/>
          </a:stretch>
        </p:blipFill>
        <p:spPr>
          <a:xfrm>
            <a:off x="3468319" y="2059229"/>
            <a:ext cx="239573" cy="115214"/>
          </a:xfrm>
          <a:prstGeom prst="rect">
            <a:avLst/>
          </a:prstGeom>
        </p:spPr>
      </p:pic>
      <p:pic>
        <p:nvPicPr>
          <p:cNvPr id="212" name="Image 168" descr="preencoded.png">    </p:cNvPr>
          <p:cNvPicPr>
            <a:picLocks noChangeAspect="1"/>
          </p:cNvPicPr>
          <p:nvPr/>
        </p:nvPicPr>
        <p:blipFill>
          <a:blip r:embed="rId169"/>
          <a:stretch>
            <a:fillRect/>
          </a:stretch>
        </p:blipFill>
        <p:spPr>
          <a:xfrm>
            <a:off x="3123590" y="2063801"/>
            <a:ext cx="53035" cy="62179"/>
          </a:xfrm>
          <a:prstGeom prst="rect">
            <a:avLst/>
          </a:prstGeom>
        </p:spPr>
      </p:pic>
      <p:pic>
        <p:nvPicPr>
          <p:cNvPr id="213" name="Image 169" descr="preencoded.png">    </p:cNvPr>
          <p:cNvPicPr>
            <a:picLocks noChangeAspect="1"/>
          </p:cNvPicPr>
          <p:nvPr/>
        </p:nvPicPr>
        <p:blipFill>
          <a:blip r:embed="rId170"/>
          <a:stretch>
            <a:fillRect/>
          </a:stretch>
        </p:blipFill>
        <p:spPr>
          <a:xfrm>
            <a:off x="3207715" y="2070202"/>
            <a:ext cx="381305" cy="203911"/>
          </a:xfrm>
          <a:prstGeom prst="rect">
            <a:avLst/>
          </a:prstGeom>
        </p:spPr>
      </p:pic>
      <p:pic>
        <p:nvPicPr>
          <p:cNvPr id="214" name="Image 170" descr="preencoded.png">    </p:cNvPr>
          <p:cNvPicPr>
            <a:picLocks noChangeAspect="1"/>
          </p:cNvPicPr>
          <p:nvPr/>
        </p:nvPicPr>
        <p:blipFill>
          <a:blip r:embed="rId171"/>
          <a:stretch>
            <a:fillRect/>
          </a:stretch>
        </p:blipFill>
        <p:spPr>
          <a:xfrm>
            <a:off x="4881982" y="2092147"/>
            <a:ext cx="523037" cy="203911"/>
          </a:xfrm>
          <a:prstGeom prst="rect">
            <a:avLst/>
          </a:prstGeom>
        </p:spPr>
      </p:pic>
      <p:pic>
        <p:nvPicPr>
          <p:cNvPr id="215" name="Image 171" descr="preencoded.png">    </p:cNvPr>
          <p:cNvPicPr>
            <a:picLocks noChangeAspect="1"/>
          </p:cNvPicPr>
          <p:nvPr/>
        </p:nvPicPr>
        <p:blipFill>
          <a:blip r:embed="rId172"/>
          <a:stretch>
            <a:fillRect/>
          </a:stretch>
        </p:blipFill>
        <p:spPr>
          <a:xfrm>
            <a:off x="3651199" y="2091233"/>
            <a:ext cx="62179" cy="71323"/>
          </a:xfrm>
          <a:prstGeom prst="rect">
            <a:avLst/>
          </a:prstGeom>
        </p:spPr>
      </p:pic>
      <p:pic>
        <p:nvPicPr>
          <p:cNvPr id="216" name="Image 172" descr="preencoded.png">    </p:cNvPr>
          <p:cNvPicPr>
            <a:picLocks noChangeAspect="1"/>
          </p:cNvPicPr>
          <p:nvPr/>
        </p:nvPicPr>
        <p:blipFill>
          <a:blip r:embed="rId173"/>
          <a:stretch>
            <a:fillRect/>
          </a:stretch>
        </p:blipFill>
        <p:spPr>
          <a:xfrm>
            <a:off x="3074213" y="2097634"/>
            <a:ext cx="62179" cy="53035"/>
          </a:xfrm>
          <a:prstGeom prst="rect">
            <a:avLst/>
          </a:prstGeom>
        </p:spPr>
      </p:pic>
      <p:sp>
        <p:nvSpPr>
          <p:cNvPr id="217" name="Shape 42"/>
          <p:cNvSpPr/>
          <p:nvPr/>
        </p:nvSpPr>
        <p:spPr>
          <a:xfrm>
            <a:off x="2924251" y="2115922"/>
            <a:ext cx="141732" cy="141732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18" name="Image 173" descr="preencoded.png">    </p:cNvPr>
          <p:cNvPicPr>
            <a:picLocks noChangeAspect="1"/>
          </p:cNvPicPr>
          <p:nvPr/>
        </p:nvPicPr>
        <p:blipFill>
          <a:blip r:embed="rId174"/>
          <a:stretch>
            <a:fillRect/>
          </a:stretch>
        </p:blipFill>
        <p:spPr>
          <a:xfrm>
            <a:off x="3074213" y="2116836"/>
            <a:ext cx="168250" cy="106070"/>
          </a:xfrm>
          <a:prstGeom prst="rect">
            <a:avLst/>
          </a:prstGeom>
        </p:spPr>
      </p:pic>
      <p:pic>
        <p:nvPicPr>
          <p:cNvPr id="219" name="Image 174" descr="preencoded.png">    </p:cNvPr>
          <p:cNvPicPr>
            <a:picLocks noChangeAspect="1"/>
          </p:cNvPicPr>
          <p:nvPr/>
        </p:nvPicPr>
        <p:blipFill>
          <a:blip r:embed="rId175"/>
          <a:stretch>
            <a:fillRect/>
          </a:stretch>
        </p:blipFill>
        <p:spPr>
          <a:xfrm>
            <a:off x="3469234" y="2146097"/>
            <a:ext cx="194767" cy="150876"/>
          </a:xfrm>
          <a:prstGeom prst="rect">
            <a:avLst/>
          </a:prstGeom>
        </p:spPr>
      </p:pic>
      <p:pic>
        <p:nvPicPr>
          <p:cNvPr id="220" name="Image 175" descr="preencoded.png">    </p:cNvPr>
          <p:cNvPicPr>
            <a:picLocks noChangeAspect="1"/>
          </p:cNvPicPr>
          <p:nvPr/>
        </p:nvPicPr>
        <p:blipFill>
          <a:blip r:embed="rId176"/>
          <a:stretch>
            <a:fillRect/>
          </a:stretch>
        </p:blipFill>
        <p:spPr>
          <a:xfrm>
            <a:off x="3205886" y="2188159"/>
            <a:ext cx="106070" cy="88697"/>
          </a:xfrm>
          <a:prstGeom prst="rect">
            <a:avLst/>
          </a:prstGeom>
        </p:spPr>
      </p:pic>
      <p:pic>
        <p:nvPicPr>
          <p:cNvPr id="221" name="Image 176" descr="preencoded.png">    </p:cNvPr>
          <p:cNvPicPr>
            <a:picLocks noChangeAspect="1"/>
          </p:cNvPicPr>
          <p:nvPr/>
        </p:nvPicPr>
        <p:blipFill>
          <a:blip r:embed="rId177"/>
          <a:stretch>
            <a:fillRect/>
          </a:stretch>
        </p:blipFill>
        <p:spPr>
          <a:xfrm>
            <a:off x="3651199" y="2190902"/>
            <a:ext cx="62179" cy="71323"/>
          </a:xfrm>
          <a:prstGeom prst="rect">
            <a:avLst/>
          </a:prstGeom>
        </p:spPr>
      </p:pic>
      <p:pic>
        <p:nvPicPr>
          <p:cNvPr id="222" name="Image 177" descr="preencoded.png">    </p:cNvPr>
          <p:cNvPicPr>
            <a:picLocks noChangeAspect="1"/>
          </p:cNvPicPr>
          <p:nvPr/>
        </p:nvPicPr>
        <p:blipFill>
          <a:blip r:embed="rId178"/>
          <a:stretch>
            <a:fillRect/>
          </a:stretch>
        </p:blipFill>
        <p:spPr>
          <a:xfrm>
            <a:off x="3154680" y="2194560"/>
            <a:ext cx="35662" cy="43891"/>
          </a:xfrm>
          <a:prstGeom prst="rect">
            <a:avLst/>
          </a:prstGeom>
        </p:spPr>
      </p:pic>
      <p:pic>
        <p:nvPicPr>
          <p:cNvPr id="223" name="Image 178" descr="preencoded.png">    </p:cNvPr>
          <p:cNvPicPr>
            <a:picLocks noChangeAspect="1"/>
          </p:cNvPicPr>
          <p:nvPr/>
        </p:nvPicPr>
        <p:blipFill>
          <a:blip r:embed="rId179"/>
          <a:stretch>
            <a:fillRect/>
          </a:stretch>
        </p:blipFill>
        <p:spPr>
          <a:xfrm>
            <a:off x="3074213" y="2201875"/>
            <a:ext cx="106070" cy="88697"/>
          </a:xfrm>
          <a:prstGeom prst="rect">
            <a:avLst/>
          </a:prstGeom>
        </p:spPr>
      </p:pic>
      <p:pic>
        <p:nvPicPr>
          <p:cNvPr id="224" name="Image 179" descr="preencoded.png">    </p:cNvPr>
          <p:cNvPicPr>
            <a:picLocks noChangeAspect="1"/>
          </p:cNvPicPr>
          <p:nvPr/>
        </p:nvPicPr>
        <p:blipFill>
          <a:blip r:embed="rId180"/>
          <a:stretch>
            <a:fillRect/>
          </a:stretch>
        </p:blipFill>
        <p:spPr>
          <a:xfrm>
            <a:off x="3607308" y="2229307"/>
            <a:ext cx="97841" cy="71323"/>
          </a:xfrm>
          <a:prstGeom prst="rect">
            <a:avLst/>
          </a:prstGeom>
        </p:spPr>
      </p:pic>
      <p:sp>
        <p:nvSpPr>
          <p:cNvPr id="225" name="Shape 43"/>
          <p:cNvSpPr/>
          <p:nvPr/>
        </p:nvSpPr>
        <p:spPr>
          <a:xfrm rot="-6822000">
            <a:off x="3318358" y="2232050"/>
            <a:ext cx="144475" cy="141732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26" name="Shape 44"/>
          <p:cNvSpPr/>
          <p:nvPr/>
        </p:nvSpPr>
        <p:spPr>
          <a:xfrm rot="-138000">
            <a:off x="3717950" y="2231136"/>
            <a:ext cx="138074" cy="140818"/>
          </a:xfrm>
          <a:prstGeom prst="roundRect">
            <a:avLst/>
          </a:prstGeom>
          <a:solidFill>
            <a:srgbClr val="E9F1F9"/>
          </a:solidFill>
          <a:ln/>
        </p:spPr>
      </p:sp>
      <p:pic>
        <p:nvPicPr>
          <p:cNvPr id="227" name="Image 180" descr="preencoded.png">    </p:cNvPr>
          <p:cNvPicPr>
            <a:picLocks noChangeAspect="1"/>
          </p:cNvPicPr>
          <p:nvPr/>
        </p:nvPicPr>
        <p:blipFill>
          <a:blip r:embed="rId181"/>
          <a:stretch>
            <a:fillRect/>
          </a:stretch>
        </p:blipFill>
        <p:spPr>
          <a:xfrm>
            <a:off x="3151937" y="2250338"/>
            <a:ext cx="159106" cy="106070"/>
          </a:xfrm>
          <a:prstGeom prst="rect">
            <a:avLst/>
          </a:prstGeom>
        </p:spPr>
      </p:pic>
      <p:pic>
        <p:nvPicPr>
          <p:cNvPr id="228" name="Image 181" descr="preencoded.png">    </p:cNvPr>
          <p:cNvPicPr>
            <a:picLocks noChangeAspect="1"/>
          </p:cNvPicPr>
          <p:nvPr/>
        </p:nvPicPr>
        <p:blipFill>
          <a:blip r:embed="rId182"/>
          <a:stretch>
            <a:fillRect/>
          </a:stretch>
        </p:blipFill>
        <p:spPr>
          <a:xfrm>
            <a:off x="4881982" y="2267712"/>
            <a:ext cx="523037" cy="203911"/>
          </a:xfrm>
          <a:prstGeom prst="rect">
            <a:avLst/>
          </a:prstGeom>
        </p:spPr>
      </p:pic>
      <p:pic>
        <p:nvPicPr>
          <p:cNvPr id="229" name="Image 182" descr="preencoded.png">    </p:cNvPr>
          <p:cNvPicPr>
            <a:picLocks noChangeAspect="1"/>
          </p:cNvPicPr>
          <p:nvPr/>
        </p:nvPicPr>
        <p:blipFill>
          <a:blip r:embed="rId183"/>
          <a:stretch>
            <a:fillRect/>
          </a:stretch>
        </p:blipFill>
        <p:spPr>
          <a:xfrm>
            <a:off x="3076956" y="2285086"/>
            <a:ext cx="62179" cy="88697"/>
          </a:xfrm>
          <a:prstGeom prst="rect">
            <a:avLst/>
          </a:prstGeom>
        </p:spPr>
      </p:pic>
      <p:pic>
        <p:nvPicPr>
          <p:cNvPr id="230" name="Image 183" descr="preencoded.png">    </p:cNvPr>
          <p:cNvPicPr>
            <a:picLocks noChangeAspect="1"/>
          </p:cNvPicPr>
          <p:nvPr/>
        </p:nvPicPr>
        <p:blipFill>
          <a:blip r:embed="rId184"/>
          <a:stretch>
            <a:fillRect/>
          </a:stretch>
        </p:blipFill>
        <p:spPr>
          <a:xfrm>
            <a:off x="3073298" y="2303374"/>
            <a:ext cx="638251" cy="203911"/>
          </a:xfrm>
          <a:prstGeom prst="rect">
            <a:avLst/>
          </a:prstGeom>
        </p:spPr>
      </p:pic>
      <p:sp>
        <p:nvSpPr>
          <p:cNvPr id="231" name="Shape 45"/>
          <p:cNvSpPr/>
          <p:nvPr/>
        </p:nvSpPr>
        <p:spPr>
          <a:xfrm rot="-5742000">
            <a:off x="2922422" y="2368296"/>
            <a:ext cx="145390" cy="140818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32" name="Image 184" descr="preencoded.png">    </p:cNvPr>
          <p:cNvPicPr>
            <a:picLocks noChangeAspect="1"/>
          </p:cNvPicPr>
          <p:nvPr/>
        </p:nvPicPr>
        <p:blipFill>
          <a:blip r:embed="rId185"/>
          <a:stretch>
            <a:fillRect/>
          </a:stretch>
        </p:blipFill>
        <p:spPr>
          <a:xfrm>
            <a:off x="3072384" y="2371954"/>
            <a:ext cx="239573" cy="159106"/>
          </a:xfrm>
          <a:prstGeom prst="rect">
            <a:avLst/>
          </a:prstGeom>
        </p:spPr>
      </p:pic>
      <p:pic>
        <p:nvPicPr>
          <p:cNvPr id="233" name="Image 185" descr="preencoded.png">    </p:cNvPr>
          <p:cNvPicPr>
            <a:picLocks noChangeAspect="1"/>
          </p:cNvPicPr>
          <p:nvPr/>
        </p:nvPicPr>
        <p:blipFill>
          <a:blip r:embed="rId186"/>
          <a:stretch>
            <a:fillRect/>
          </a:stretch>
        </p:blipFill>
        <p:spPr>
          <a:xfrm>
            <a:off x="4882896" y="2443277"/>
            <a:ext cx="523037" cy="203911"/>
          </a:xfrm>
          <a:prstGeom prst="rect">
            <a:avLst/>
          </a:prstGeom>
        </p:spPr>
      </p:pic>
      <p:sp>
        <p:nvSpPr>
          <p:cNvPr id="234" name="Shape 46"/>
          <p:cNvSpPr/>
          <p:nvPr/>
        </p:nvSpPr>
        <p:spPr>
          <a:xfrm>
            <a:off x="3319272" y="2481682"/>
            <a:ext cx="141732" cy="141732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35" name="Shape 47"/>
          <p:cNvSpPr/>
          <p:nvPr/>
        </p:nvSpPr>
        <p:spPr>
          <a:xfrm>
            <a:off x="2886761" y="4113886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36" name="Shape 48"/>
          <p:cNvSpPr/>
          <p:nvPr/>
        </p:nvSpPr>
        <p:spPr>
          <a:xfrm>
            <a:off x="3653942" y="4114800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37" name="Image 186" descr="preencoded.png">    </p:cNvPr>
          <p:cNvPicPr>
            <a:picLocks noChangeAspect="1"/>
          </p:cNvPicPr>
          <p:nvPr/>
        </p:nvPicPr>
        <p:blipFill>
          <a:blip r:embed="rId187"/>
          <a:stretch>
            <a:fillRect/>
          </a:stretch>
        </p:blipFill>
        <p:spPr>
          <a:xfrm>
            <a:off x="2712110" y="4191610"/>
            <a:ext cx="168250" cy="132588"/>
          </a:xfrm>
          <a:prstGeom prst="rect">
            <a:avLst/>
          </a:prstGeom>
        </p:spPr>
      </p:pic>
      <p:pic>
        <p:nvPicPr>
          <p:cNvPr id="238" name="Image 187" descr="preencoded.png">    </p:cNvPr>
          <p:cNvPicPr>
            <a:picLocks noChangeAspect="1"/>
          </p:cNvPicPr>
          <p:nvPr/>
        </p:nvPicPr>
        <p:blipFill>
          <a:blip r:embed="rId188"/>
          <a:stretch>
            <a:fillRect/>
          </a:stretch>
        </p:blipFill>
        <p:spPr>
          <a:xfrm>
            <a:off x="3479292" y="4192524"/>
            <a:ext cx="168250" cy="132588"/>
          </a:xfrm>
          <a:prstGeom prst="rect">
            <a:avLst/>
          </a:prstGeom>
        </p:spPr>
      </p:pic>
      <p:pic>
        <p:nvPicPr>
          <p:cNvPr id="239" name="Image 188" descr="preencoded.png">    </p:cNvPr>
          <p:cNvPicPr>
            <a:picLocks noChangeAspect="1"/>
          </p:cNvPicPr>
          <p:nvPr/>
        </p:nvPicPr>
        <p:blipFill>
          <a:blip r:embed="rId189"/>
          <a:stretch>
            <a:fillRect/>
          </a:stretch>
        </p:blipFill>
        <p:spPr>
          <a:xfrm>
            <a:off x="2840126" y="4200754"/>
            <a:ext cx="328270" cy="168250"/>
          </a:xfrm>
          <a:prstGeom prst="rect">
            <a:avLst/>
          </a:prstGeom>
        </p:spPr>
      </p:pic>
      <p:pic>
        <p:nvPicPr>
          <p:cNvPr id="240" name="Image 189" descr="preencoded.png">    </p:cNvPr>
          <p:cNvPicPr>
            <a:picLocks noChangeAspect="1"/>
          </p:cNvPicPr>
          <p:nvPr/>
        </p:nvPicPr>
        <p:blipFill>
          <a:blip r:embed="rId190"/>
          <a:stretch>
            <a:fillRect/>
          </a:stretch>
        </p:blipFill>
        <p:spPr>
          <a:xfrm>
            <a:off x="3567989" y="4204411"/>
            <a:ext cx="363017" cy="168250"/>
          </a:xfrm>
          <a:prstGeom prst="rect">
            <a:avLst/>
          </a:prstGeom>
        </p:spPr>
      </p:pic>
      <p:pic>
        <p:nvPicPr>
          <p:cNvPr id="241" name="Image 190" descr="preencoded.png">    </p:cNvPr>
          <p:cNvPicPr>
            <a:picLocks noChangeAspect="1"/>
          </p:cNvPicPr>
          <p:nvPr/>
        </p:nvPicPr>
        <p:blipFill>
          <a:blip r:embed="rId191"/>
          <a:stretch>
            <a:fillRect/>
          </a:stretch>
        </p:blipFill>
        <p:spPr>
          <a:xfrm>
            <a:off x="2806294" y="4218127"/>
            <a:ext cx="79553" cy="115214"/>
          </a:xfrm>
          <a:prstGeom prst="rect">
            <a:avLst/>
          </a:prstGeom>
        </p:spPr>
      </p:pic>
      <p:sp>
        <p:nvSpPr>
          <p:cNvPr id="242" name="Shape 49"/>
          <p:cNvSpPr/>
          <p:nvPr/>
        </p:nvSpPr>
        <p:spPr>
          <a:xfrm rot="-5712000">
            <a:off x="2597810" y="4220870"/>
            <a:ext cx="111557" cy="106985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3" name="Shape 50"/>
          <p:cNvSpPr/>
          <p:nvPr/>
        </p:nvSpPr>
        <p:spPr>
          <a:xfrm rot="-5358000">
            <a:off x="3364078" y="4221785"/>
            <a:ext cx="111557" cy="106070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44" name="Image 191" descr="preencoded.png">    </p:cNvPr>
          <p:cNvPicPr>
            <a:picLocks noChangeAspect="1"/>
          </p:cNvPicPr>
          <p:nvPr/>
        </p:nvPicPr>
        <p:blipFill>
          <a:blip r:embed="rId192"/>
          <a:stretch>
            <a:fillRect/>
          </a:stretch>
        </p:blipFill>
        <p:spPr>
          <a:xfrm>
            <a:off x="2712110" y="4298594"/>
            <a:ext cx="79553" cy="71323"/>
          </a:xfrm>
          <a:prstGeom prst="rect">
            <a:avLst/>
          </a:prstGeom>
        </p:spPr>
      </p:pic>
      <p:pic>
        <p:nvPicPr>
          <p:cNvPr id="245" name="Image 192" descr="preencoded.png">    </p:cNvPr>
          <p:cNvPicPr>
            <a:picLocks noChangeAspect="1"/>
          </p:cNvPicPr>
          <p:nvPr/>
        </p:nvPicPr>
        <p:blipFill>
          <a:blip r:embed="rId193"/>
          <a:stretch>
            <a:fillRect/>
          </a:stretch>
        </p:blipFill>
        <p:spPr>
          <a:xfrm>
            <a:off x="3471977" y="4294937"/>
            <a:ext cx="79553" cy="97841"/>
          </a:xfrm>
          <a:prstGeom prst="rect">
            <a:avLst/>
          </a:prstGeom>
        </p:spPr>
      </p:pic>
      <p:sp>
        <p:nvSpPr>
          <p:cNvPr id="246" name="Shape 51"/>
          <p:cNvSpPr/>
          <p:nvPr/>
        </p:nvSpPr>
        <p:spPr>
          <a:xfrm>
            <a:off x="2885846" y="4317797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7" name="Shape 52"/>
          <p:cNvSpPr/>
          <p:nvPr/>
        </p:nvSpPr>
        <p:spPr>
          <a:xfrm>
            <a:off x="3172054" y="4317797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8" name="Shape 53"/>
          <p:cNvSpPr/>
          <p:nvPr/>
        </p:nvSpPr>
        <p:spPr>
          <a:xfrm>
            <a:off x="3654857" y="4318711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9" name="Shape 54"/>
          <p:cNvSpPr/>
          <p:nvPr/>
        </p:nvSpPr>
        <p:spPr>
          <a:xfrm rot="-5178000">
            <a:off x="3940150" y="4318711"/>
            <a:ext cx="109728" cy="106070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50" name="Image 193" descr="preencoded.png">    </p:cNvPr>
          <p:cNvPicPr>
            <a:picLocks noChangeAspect="1"/>
          </p:cNvPicPr>
          <p:nvPr/>
        </p:nvPicPr>
        <p:blipFill>
          <a:blip r:embed="rId194"/>
          <a:stretch>
            <a:fillRect/>
          </a:stretch>
        </p:blipFill>
        <p:spPr>
          <a:xfrm>
            <a:off x="2709367" y="4324198"/>
            <a:ext cx="124358" cy="88697"/>
          </a:xfrm>
          <a:prstGeom prst="rect">
            <a:avLst/>
          </a:prstGeom>
        </p:spPr>
      </p:pic>
      <p:pic>
        <p:nvPicPr>
          <p:cNvPr id="251" name="Image 194" descr="preencoded.png">    </p:cNvPr>
          <p:cNvPicPr>
            <a:picLocks noChangeAspect="1"/>
          </p:cNvPicPr>
          <p:nvPr/>
        </p:nvPicPr>
        <p:blipFill>
          <a:blip r:embed="rId195"/>
          <a:stretch>
            <a:fillRect/>
          </a:stretch>
        </p:blipFill>
        <p:spPr>
          <a:xfrm>
            <a:off x="3533242" y="4333342"/>
            <a:ext cx="62179" cy="79553"/>
          </a:xfrm>
          <a:prstGeom prst="rect">
            <a:avLst/>
          </a:prstGeom>
        </p:spPr>
      </p:pic>
      <p:pic>
        <p:nvPicPr>
          <p:cNvPr id="252" name="Image 195" descr="preencoded.png">    </p:cNvPr>
          <p:cNvPicPr>
            <a:picLocks noChangeAspect="1"/>
          </p:cNvPicPr>
          <p:nvPr/>
        </p:nvPicPr>
        <p:blipFill>
          <a:blip r:embed="rId196"/>
          <a:stretch>
            <a:fillRect/>
          </a:stretch>
        </p:blipFill>
        <p:spPr>
          <a:xfrm>
            <a:off x="2810866" y="4350715"/>
            <a:ext cx="71323" cy="53035"/>
          </a:xfrm>
          <a:prstGeom prst="rect">
            <a:avLst/>
          </a:prstGeom>
        </p:spPr>
      </p:pic>
      <p:pic>
        <p:nvPicPr>
          <p:cNvPr id="253" name="Image 196" descr="preencoded.png">    </p:cNvPr>
          <p:cNvPicPr>
            <a:picLocks noChangeAspect="1"/>
          </p:cNvPicPr>
          <p:nvPr/>
        </p:nvPicPr>
        <p:blipFill>
          <a:blip r:embed="rId197"/>
          <a:stretch>
            <a:fillRect/>
          </a:stretch>
        </p:blipFill>
        <p:spPr>
          <a:xfrm>
            <a:off x="3583534" y="4350715"/>
            <a:ext cx="62179" cy="53035"/>
          </a:xfrm>
          <a:prstGeom prst="rect">
            <a:avLst/>
          </a:prstGeom>
        </p:spPr>
      </p:pic>
      <p:pic>
        <p:nvPicPr>
          <p:cNvPr id="254" name="Image 197" descr="preencoded.png">    </p:cNvPr>
          <p:cNvPicPr>
            <a:picLocks noChangeAspect="1"/>
          </p:cNvPicPr>
          <p:nvPr/>
        </p:nvPicPr>
        <p:blipFill>
          <a:blip r:embed="rId198"/>
          <a:stretch>
            <a:fillRect/>
          </a:stretch>
        </p:blipFill>
        <p:spPr>
          <a:xfrm>
            <a:off x="3862426" y="4373575"/>
            <a:ext cx="71323" cy="53035"/>
          </a:xfrm>
          <a:prstGeom prst="rect">
            <a:avLst/>
          </a:prstGeom>
        </p:spPr>
      </p:pic>
      <p:pic>
        <p:nvPicPr>
          <p:cNvPr id="255" name="Image 198" descr="preencoded.png">    </p:cNvPr>
          <p:cNvPicPr>
            <a:picLocks noChangeAspect="1"/>
          </p:cNvPicPr>
          <p:nvPr/>
        </p:nvPicPr>
        <p:blipFill>
          <a:blip r:embed="rId199"/>
          <a:stretch>
            <a:fillRect/>
          </a:stretch>
        </p:blipFill>
        <p:spPr>
          <a:xfrm>
            <a:off x="2999232" y="4374490"/>
            <a:ext cx="168250" cy="88697"/>
          </a:xfrm>
          <a:prstGeom prst="rect">
            <a:avLst/>
          </a:prstGeom>
        </p:spPr>
      </p:pic>
      <p:pic>
        <p:nvPicPr>
          <p:cNvPr id="256" name="Image 199" descr="preencoded.png">    </p:cNvPr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3766414" y="4376318"/>
            <a:ext cx="124358" cy="88697"/>
          </a:xfrm>
          <a:prstGeom prst="rect">
            <a:avLst/>
          </a:prstGeom>
        </p:spPr>
      </p:pic>
      <p:pic>
        <p:nvPicPr>
          <p:cNvPr id="257" name="Image 200" descr="preencoded.png">    </p:cNvPr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3512210" y="4387291"/>
            <a:ext cx="43891" cy="43891"/>
          </a:xfrm>
          <a:prstGeom prst="rect">
            <a:avLst/>
          </a:prstGeom>
        </p:spPr>
      </p:pic>
      <p:pic>
        <p:nvPicPr>
          <p:cNvPr id="258" name="Image 201" descr="preencoded.png">    </p:cNvPr>
          <p:cNvPicPr>
            <a:picLocks noChangeAspect="1"/>
          </p:cNvPicPr>
          <p:nvPr/>
        </p:nvPicPr>
        <p:blipFill>
          <a:blip r:embed="rId202"/>
          <a:stretch>
            <a:fillRect/>
          </a:stretch>
        </p:blipFill>
        <p:spPr>
          <a:xfrm>
            <a:off x="2752344" y="4388206"/>
            <a:ext cx="328270" cy="159106"/>
          </a:xfrm>
          <a:prstGeom prst="rect">
            <a:avLst/>
          </a:prstGeom>
        </p:spPr>
      </p:pic>
      <p:pic>
        <p:nvPicPr>
          <p:cNvPr id="259" name="Image 202" descr="preencoded.png">    </p:cNvPr>
          <p:cNvPicPr>
            <a:picLocks noChangeAspect="1"/>
          </p:cNvPicPr>
          <p:nvPr/>
        </p:nvPicPr>
        <p:blipFill>
          <a:blip r:embed="rId203"/>
          <a:stretch>
            <a:fillRect/>
          </a:stretch>
        </p:blipFill>
        <p:spPr>
          <a:xfrm>
            <a:off x="3601822" y="4390949"/>
            <a:ext cx="247802" cy="159106"/>
          </a:xfrm>
          <a:prstGeom prst="rect">
            <a:avLst/>
          </a:prstGeom>
        </p:spPr>
      </p:pic>
      <p:pic>
        <p:nvPicPr>
          <p:cNvPr id="260" name="Image 203" descr="preencoded.png">    </p:cNvPr>
          <p:cNvPicPr>
            <a:picLocks noChangeAspect="1"/>
          </p:cNvPicPr>
          <p:nvPr/>
        </p:nvPicPr>
        <p:blipFill>
          <a:blip r:embed="rId204"/>
          <a:stretch>
            <a:fillRect/>
          </a:stretch>
        </p:blipFill>
        <p:spPr>
          <a:xfrm>
            <a:off x="2728570" y="4396435"/>
            <a:ext cx="26518" cy="43891"/>
          </a:xfrm>
          <a:prstGeom prst="rect">
            <a:avLst/>
          </a:prstGeom>
        </p:spPr>
      </p:pic>
      <p:pic>
        <p:nvPicPr>
          <p:cNvPr id="261" name="Image 204" descr="preencoded.png">    </p:cNvPr>
          <p:cNvPicPr>
            <a:picLocks noChangeAspect="1"/>
          </p:cNvPicPr>
          <p:nvPr/>
        </p:nvPicPr>
        <p:blipFill>
          <a:blip r:embed="rId205"/>
          <a:stretch>
            <a:fillRect/>
          </a:stretch>
        </p:blipFill>
        <p:spPr>
          <a:xfrm>
            <a:off x="3574390" y="4395521"/>
            <a:ext cx="62179" cy="71323"/>
          </a:xfrm>
          <a:prstGeom prst="rect">
            <a:avLst/>
          </a:prstGeom>
        </p:spPr>
      </p:pic>
      <p:sp>
        <p:nvSpPr>
          <p:cNvPr id="262" name="Shape 55"/>
          <p:cNvSpPr/>
          <p:nvPr/>
        </p:nvSpPr>
        <p:spPr>
          <a:xfrm rot="-3450000">
            <a:off x="3564331" y="4408322"/>
            <a:ext cx="25603" cy="14630"/>
          </a:xfrm>
          <a:prstGeom prst="ellipse">
            <a:avLst/>
          </a:prstGeom>
          <a:solidFill>
            <a:srgbClr val="F3E8CF"/>
          </a:solidFill>
          <a:ln/>
        </p:spPr>
      </p:sp>
      <p:pic>
        <p:nvPicPr>
          <p:cNvPr id="263" name="Image 205" descr="preencoded.png">    </p:cNvPr>
          <p:cNvPicPr>
            <a:picLocks noChangeAspect="1"/>
          </p:cNvPicPr>
          <p:nvPr/>
        </p:nvPicPr>
        <p:blipFill>
          <a:blip r:embed="rId206"/>
          <a:stretch>
            <a:fillRect/>
          </a:stretch>
        </p:blipFill>
        <p:spPr>
          <a:xfrm>
            <a:off x="3129991" y="4404665"/>
            <a:ext cx="43891" cy="53035"/>
          </a:xfrm>
          <a:prstGeom prst="rect">
            <a:avLst/>
          </a:prstGeom>
        </p:spPr>
      </p:pic>
      <p:pic>
        <p:nvPicPr>
          <p:cNvPr id="264" name="Image 206" descr="preencoded.png">    </p:cNvPr>
          <p:cNvPicPr>
            <a:picLocks noChangeAspect="1"/>
          </p:cNvPicPr>
          <p:nvPr/>
        </p:nvPicPr>
        <p:blipFill>
          <a:blip r:embed="rId207"/>
          <a:stretch>
            <a:fillRect/>
          </a:stretch>
        </p:blipFill>
        <p:spPr>
          <a:xfrm>
            <a:off x="3481121" y="4412894"/>
            <a:ext cx="35662" cy="35662"/>
          </a:xfrm>
          <a:prstGeom prst="rect">
            <a:avLst/>
          </a:prstGeom>
        </p:spPr>
      </p:pic>
      <p:sp>
        <p:nvSpPr>
          <p:cNvPr id="265" name="Shape 56"/>
          <p:cNvSpPr/>
          <p:nvPr/>
        </p:nvSpPr>
        <p:spPr>
          <a:xfrm>
            <a:off x="2599639" y="4417466"/>
            <a:ext cx="106985" cy="106985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66" name="Shape 57"/>
          <p:cNvSpPr/>
          <p:nvPr/>
        </p:nvSpPr>
        <p:spPr>
          <a:xfrm>
            <a:off x="3366821" y="4417466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67" name="Image 207" descr="preencoded.png">    </p:cNvPr>
          <p:cNvPicPr>
            <a:picLocks noChangeAspect="1"/>
          </p:cNvPicPr>
          <p:nvPr/>
        </p:nvPicPr>
        <p:blipFill>
          <a:blip r:embed="rId208"/>
          <a:stretch>
            <a:fillRect/>
          </a:stretch>
        </p:blipFill>
        <p:spPr>
          <a:xfrm>
            <a:off x="3529584" y="4431182"/>
            <a:ext cx="26518" cy="26518"/>
          </a:xfrm>
          <a:prstGeom prst="rect">
            <a:avLst/>
          </a:prstGeom>
        </p:spPr>
      </p:pic>
      <p:pic>
        <p:nvPicPr>
          <p:cNvPr id="268" name="Image 208" descr="preencoded.png">    </p:cNvPr>
          <p:cNvPicPr>
            <a:picLocks noChangeAspect="1"/>
          </p:cNvPicPr>
          <p:nvPr/>
        </p:nvPicPr>
        <p:blipFill>
          <a:blip r:embed="rId209"/>
          <a:stretch>
            <a:fillRect/>
          </a:stretch>
        </p:blipFill>
        <p:spPr>
          <a:xfrm>
            <a:off x="2718511" y="4434840"/>
            <a:ext cx="106070" cy="71323"/>
          </a:xfrm>
          <a:prstGeom prst="rect">
            <a:avLst/>
          </a:prstGeom>
        </p:spPr>
      </p:pic>
      <p:pic>
        <p:nvPicPr>
          <p:cNvPr id="269" name="Image 209" descr="preencoded.png">    </p:cNvPr>
          <p:cNvPicPr>
            <a:picLocks noChangeAspect="1"/>
          </p:cNvPicPr>
          <p:nvPr/>
        </p:nvPicPr>
        <p:blipFill>
          <a:blip r:embed="rId210"/>
          <a:stretch>
            <a:fillRect/>
          </a:stretch>
        </p:blipFill>
        <p:spPr>
          <a:xfrm>
            <a:off x="3542386" y="4439412"/>
            <a:ext cx="53035" cy="62179"/>
          </a:xfrm>
          <a:prstGeom prst="rect">
            <a:avLst/>
          </a:prstGeom>
        </p:spPr>
      </p:pic>
      <p:pic>
        <p:nvPicPr>
          <p:cNvPr id="270" name="Image 210" descr="preencoded.png">    </p:cNvPr>
          <p:cNvPicPr>
            <a:picLocks noChangeAspect="1"/>
          </p:cNvPicPr>
          <p:nvPr/>
        </p:nvPicPr>
        <p:blipFill>
          <a:blip r:embed="rId211"/>
          <a:stretch>
            <a:fillRect/>
          </a:stretch>
        </p:blipFill>
        <p:spPr>
          <a:xfrm>
            <a:off x="3097073" y="4446727"/>
            <a:ext cx="43891" cy="43891"/>
          </a:xfrm>
          <a:prstGeom prst="rect">
            <a:avLst/>
          </a:prstGeom>
        </p:spPr>
      </p:pic>
      <p:pic>
        <p:nvPicPr>
          <p:cNvPr id="271" name="Image 211" descr="preencoded.png">    </p:cNvPr>
          <p:cNvPicPr>
            <a:picLocks noChangeAspect="1"/>
          </p:cNvPicPr>
          <p:nvPr/>
        </p:nvPicPr>
        <p:blipFill>
          <a:blip r:embed="rId212"/>
          <a:stretch>
            <a:fillRect/>
          </a:stretch>
        </p:blipFill>
        <p:spPr>
          <a:xfrm>
            <a:off x="3482950" y="4441241"/>
            <a:ext cx="53035" cy="43891"/>
          </a:xfrm>
          <a:prstGeom prst="rect">
            <a:avLst/>
          </a:prstGeom>
        </p:spPr>
      </p:pic>
      <p:pic>
        <p:nvPicPr>
          <p:cNvPr id="272" name="Image 212" descr="preencoded.png">    </p:cNvPr>
          <p:cNvPicPr>
            <a:picLocks noChangeAspect="1"/>
          </p:cNvPicPr>
          <p:nvPr/>
        </p:nvPicPr>
        <p:blipFill>
          <a:blip r:embed="rId213"/>
          <a:stretch>
            <a:fillRect/>
          </a:stretch>
        </p:blipFill>
        <p:spPr>
          <a:xfrm>
            <a:off x="3861511" y="4444898"/>
            <a:ext cx="43891" cy="53035"/>
          </a:xfrm>
          <a:prstGeom prst="rect">
            <a:avLst/>
          </a:prstGeom>
        </p:spPr>
      </p:pic>
      <p:pic>
        <p:nvPicPr>
          <p:cNvPr id="273" name="Image 213" descr="preencoded.png">    </p:cNvPr>
          <p:cNvPicPr>
            <a:picLocks noChangeAspect="1"/>
          </p:cNvPicPr>
          <p:nvPr/>
        </p:nvPicPr>
        <p:blipFill>
          <a:blip r:embed="rId214"/>
          <a:stretch>
            <a:fillRect/>
          </a:stretch>
        </p:blipFill>
        <p:spPr>
          <a:xfrm>
            <a:off x="2707538" y="4474159"/>
            <a:ext cx="43891" cy="53035"/>
          </a:xfrm>
          <a:prstGeom prst="rect">
            <a:avLst/>
          </a:prstGeom>
        </p:spPr>
      </p:pic>
      <p:pic>
        <p:nvPicPr>
          <p:cNvPr id="274" name="Image 214" descr="preencoded.png">    </p:cNvPr>
          <p:cNvPicPr>
            <a:picLocks noChangeAspect="1"/>
          </p:cNvPicPr>
          <p:nvPr/>
        </p:nvPicPr>
        <p:blipFill>
          <a:blip r:embed="rId215"/>
          <a:stretch>
            <a:fillRect/>
          </a:stretch>
        </p:blipFill>
        <p:spPr>
          <a:xfrm>
            <a:off x="2800807" y="4475074"/>
            <a:ext cx="79553" cy="79553"/>
          </a:xfrm>
          <a:prstGeom prst="rect">
            <a:avLst/>
          </a:prstGeom>
        </p:spPr>
      </p:pic>
      <p:pic>
        <p:nvPicPr>
          <p:cNvPr id="275" name="Image 215" descr="preencoded.png">    </p:cNvPr>
          <p:cNvPicPr>
            <a:picLocks noChangeAspect="1"/>
          </p:cNvPicPr>
          <p:nvPr/>
        </p:nvPicPr>
        <p:blipFill>
          <a:blip r:embed="rId216"/>
          <a:stretch>
            <a:fillRect/>
          </a:stretch>
        </p:blipFill>
        <p:spPr>
          <a:xfrm>
            <a:off x="3004718" y="4476902"/>
            <a:ext cx="168250" cy="88697"/>
          </a:xfrm>
          <a:prstGeom prst="rect">
            <a:avLst/>
          </a:prstGeom>
        </p:spPr>
      </p:pic>
      <p:pic>
        <p:nvPicPr>
          <p:cNvPr id="276" name="Image 216" descr="preencoded.png">    </p:cNvPr>
          <p:cNvPicPr>
            <a:picLocks noChangeAspect="1"/>
          </p:cNvPicPr>
          <p:nvPr/>
        </p:nvPicPr>
        <p:blipFill>
          <a:blip r:embed="rId217"/>
          <a:stretch>
            <a:fillRect/>
          </a:stretch>
        </p:blipFill>
        <p:spPr>
          <a:xfrm>
            <a:off x="3769157" y="4478731"/>
            <a:ext cx="115214" cy="88697"/>
          </a:xfrm>
          <a:prstGeom prst="rect">
            <a:avLst/>
          </a:prstGeom>
        </p:spPr>
      </p:pic>
      <p:pic>
        <p:nvPicPr>
          <p:cNvPr id="277" name="Image 217" descr="preencoded.png">    </p:cNvPr>
          <p:cNvPicPr>
            <a:picLocks noChangeAspect="1"/>
          </p:cNvPicPr>
          <p:nvPr/>
        </p:nvPicPr>
        <p:blipFill>
          <a:blip r:embed="rId218"/>
          <a:stretch>
            <a:fillRect/>
          </a:stretch>
        </p:blipFill>
        <p:spPr>
          <a:xfrm>
            <a:off x="3476549" y="4480560"/>
            <a:ext cx="43891" cy="53035"/>
          </a:xfrm>
          <a:prstGeom prst="rect">
            <a:avLst/>
          </a:prstGeom>
        </p:spPr>
      </p:pic>
      <p:pic>
        <p:nvPicPr>
          <p:cNvPr id="278" name="Image 218" descr="preencoded.png">    </p:cNvPr>
          <p:cNvPicPr>
            <a:picLocks noChangeAspect="1"/>
          </p:cNvPicPr>
          <p:nvPr/>
        </p:nvPicPr>
        <p:blipFill>
          <a:blip r:embed="rId219"/>
          <a:stretch>
            <a:fillRect/>
          </a:stretch>
        </p:blipFill>
        <p:spPr>
          <a:xfrm>
            <a:off x="3567989" y="4486046"/>
            <a:ext cx="71323" cy="71323"/>
          </a:xfrm>
          <a:prstGeom prst="rect">
            <a:avLst/>
          </a:prstGeom>
        </p:spPr>
      </p:pic>
      <p:pic>
        <p:nvPicPr>
          <p:cNvPr id="279" name="Image 219" descr="preencoded.png">    </p:cNvPr>
          <p:cNvPicPr>
            <a:picLocks noChangeAspect="1"/>
          </p:cNvPicPr>
          <p:nvPr/>
        </p:nvPicPr>
        <p:blipFill>
          <a:blip r:embed="rId220"/>
          <a:stretch>
            <a:fillRect/>
          </a:stretch>
        </p:blipFill>
        <p:spPr>
          <a:xfrm>
            <a:off x="3897173" y="4485132"/>
            <a:ext cx="43891" cy="62179"/>
          </a:xfrm>
          <a:prstGeom prst="rect">
            <a:avLst/>
          </a:prstGeom>
        </p:spPr>
      </p:pic>
      <p:pic>
        <p:nvPicPr>
          <p:cNvPr id="280" name="Image 220" descr="preencoded.png">    </p:cNvPr>
          <p:cNvPicPr>
            <a:picLocks noChangeAspect="1"/>
          </p:cNvPicPr>
          <p:nvPr/>
        </p:nvPicPr>
        <p:blipFill>
          <a:blip r:embed="rId221"/>
          <a:stretch>
            <a:fillRect/>
          </a:stretch>
        </p:blipFill>
        <p:spPr>
          <a:xfrm>
            <a:off x="2742286" y="4486046"/>
            <a:ext cx="43891" cy="71323"/>
          </a:xfrm>
          <a:prstGeom prst="rect">
            <a:avLst/>
          </a:prstGeom>
        </p:spPr>
      </p:pic>
      <p:pic>
        <p:nvPicPr>
          <p:cNvPr id="281" name="Image 221" descr="preencoded.png">    </p:cNvPr>
          <p:cNvPicPr>
            <a:picLocks noChangeAspect="1"/>
          </p:cNvPicPr>
          <p:nvPr/>
        </p:nvPicPr>
        <p:blipFill>
          <a:blip r:embed="rId222"/>
          <a:stretch>
            <a:fillRect/>
          </a:stretch>
        </p:blipFill>
        <p:spPr>
          <a:xfrm>
            <a:off x="3514039" y="4484218"/>
            <a:ext cx="43891" cy="79553"/>
          </a:xfrm>
          <a:prstGeom prst="rect">
            <a:avLst/>
          </a:prstGeom>
        </p:spPr>
      </p:pic>
      <p:pic>
        <p:nvPicPr>
          <p:cNvPr id="282" name="Image 222" descr="preencoded.png">    </p:cNvPr>
          <p:cNvPicPr>
            <a:picLocks noChangeAspect="1"/>
          </p:cNvPicPr>
          <p:nvPr/>
        </p:nvPicPr>
        <p:blipFill>
          <a:blip r:embed="rId223"/>
          <a:stretch>
            <a:fillRect/>
          </a:stretch>
        </p:blipFill>
        <p:spPr>
          <a:xfrm>
            <a:off x="3100730" y="4512564"/>
            <a:ext cx="71323" cy="53035"/>
          </a:xfrm>
          <a:prstGeom prst="rect">
            <a:avLst/>
          </a:prstGeom>
        </p:spPr>
      </p:pic>
      <p:sp>
        <p:nvSpPr>
          <p:cNvPr id="283" name="Shape 58"/>
          <p:cNvSpPr/>
          <p:nvPr/>
        </p:nvSpPr>
        <p:spPr>
          <a:xfrm>
            <a:off x="3172968" y="4517136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84" name="Image 223" descr="preencoded.png">    </p:cNvPr>
          <p:cNvPicPr>
            <a:picLocks noChangeAspect="1"/>
          </p:cNvPicPr>
          <p:nvPr/>
        </p:nvPicPr>
        <p:blipFill>
          <a:blip r:embed="rId224"/>
          <a:stretch>
            <a:fillRect/>
          </a:stretch>
        </p:blipFill>
        <p:spPr>
          <a:xfrm>
            <a:off x="3866083" y="4517136"/>
            <a:ext cx="71323" cy="53035"/>
          </a:xfrm>
          <a:prstGeom prst="rect">
            <a:avLst/>
          </a:prstGeom>
        </p:spPr>
      </p:pic>
      <p:sp>
        <p:nvSpPr>
          <p:cNvPr id="285" name="Shape 59"/>
          <p:cNvSpPr/>
          <p:nvPr/>
        </p:nvSpPr>
        <p:spPr>
          <a:xfrm rot="-5850000">
            <a:off x="3939235" y="4518965"/>
            <a:ext cx="110642" cy="106070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86" name="Shape 60"/>
          <p:cNvSpPr/>
          <p:nvPr/>
        </p:nvSpPr>
        <p:spPr>
          <a:xfrm>
            <a:off x="2885846" y="4518965"/>
            <a:ext cx="110642" cy="110642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87" name="Shape 61"/>
          <p:cNvSpPr/>
          <p:nvPr/>
        </p:nvSpPr>
        <p:spPr>
          <a:xfrm rot="-4818000">
            <a:off x="3653942" y="4522622"/>
            <a:ext cx="108814" cy="105156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88" name="Image 224" descr="preencoded.png">    </p:cNvPr>
          <p:cNvPicPr>
            <a:picLocks noChangeAspect="1"/>
          </p:cNvPicPr>
          <p:nvPr/>
        </p:nvPicPr>
        <p:blipFill>
          <a:blip r:embed="rId225"/>
          <a:stretch>
            <a:fillRect/>
          </a:stretch>
        </p:blipFill>
        <p:spPr>
          <a:xfrm>
            <a:off x="2799893" y="4525366"/>
            <a:ext cx="79553" cy="71323"/>
          </a:xfrm>
          <a:prstGeom prst="rect">
            <a:avLst/>
          </a:prstGeom>
        </p:spPr>
      </p:pic>
      <p:pic>
        <p:nvPicPr>
          <p:cNvPr id="289" name="Image 225" descr="preencoded.png">    </p:cNvPr>
          <p:cNvPicPr>
            <a:picLocks noChangeAspect="1"/>
          </p:cNvPicPr>
          <p:nvPr/>
        </p:nvPicPr>
        <p:blipFill>
          <a:blip r:embed="rId226"/>
          <a:stretch>
            <a:fillRect/>
          </a:stretch>
        </p:blipFill>
        <p:spPr>
          <a:xfrm>
            <a:off x="3562502" y="4525366"/>
            <a:ext cx="88697" cy="71323"/>
          </a:xfrm>
          <a:prstGeom prst="rect">
            <a:avLst/>
          </a:prstGeom>
        </p:spPr>
      </p:pic>
      <p:pic>
        <p:nvPicPr>
          <p:cNvPr id="290" name="Image 226" descr="preencoded.png">    </p:cNvPr>
          <p:cNvPicPr>
            <a:picLocks noChangeAspect="1"/>
          </p:cNvPicPr>
          <p:nvPr/>
        </p:nvPicPr>
        <p:blipFill>
          <a:blip r:embed="rId227"/>
          <a:stretch>
            <a:fillRect/>
          </a:stretch>
        </p:blipFill>
        <p:spPr>
          <a:xfrm>
            <a:off x="2699309" y="4534510"/>
            <a:ext cx="132588" cy="106070"/>
          </a:xfrm>
          <a:prstGeom prst="rect">
            <a:avLst/>
          </a:prstGeom>
        </p:spPr>
      </p:pic>
      <p:pic>
        <p:nvPicPr>
          <p:cNvPr id="291" name="Image 227" descr="preencoded.png">    </p:cNvPr>
          <p:cNvPicPr>
            <a:picLocks noChangeAspect="1"/>
          </p:cNvPicPr>
          <p:nvPr/>
        </p:nvPicPr>
        <p:blipFill>
          <a:blip r:embed="rId228"/>
          <a:stretch>
            <a:fillRect/>
          </a:stretch>
        </p:blipFill>
        <p:spPr>
          <a:xfrm>
            <a:off x="3478378" y="4540910"/>
            <a:ext cx="115214" cy="79553"/>
          </a:xfrm>
          <a:prstGeom prst="rect">
            <a:avLst/>
          </a:prstGeom>
        </p:spPr>
      </p:pic>
      <p:pic>
        <p:nvPicPr>
          <p:cNvPr id="292" name="Image 228" descr="preencoded.png">    </p:cNvPr>
          <p:cNvPicPr>
            <a:picLocks noChangeAspect="1"/>
          </p:cNvPicPr>
          <p:nvPr/>
        </p:nvPicPr>
        <p:blipFill>
          <a:blip r:embed="rId229"/>
          <a:stretch>
            <a:fillRect/>
          </a:stretch>
        </p:blipFill>
        <p:spPr>
          <a:xfrm>
            <a:off x="2837383" y="4572000"/>
            <a:ext cx="328270" cy="168250"/>
          </a:xfrm>
          <a:prstGeom prst="rect">
            <a:avLst/>
          </a:prstGeom>
        </p:spPr>
      </p:pic>
      <p:pic>
        <p:nvPicPr>
          <p:cNvPr id="293" name="Image 229" descr="preencoded.png">    </p:cNvPr>
          <p:cNvPicPr>
            <a:picLocks noChangeAspect="1"/>
          </p:cNvPicPr>
          <p:nvPr/>
        </p:nvPicPr>
        <p:blipFill>
          <a:blip r:embed="rId230"/>
          <a:stretch>
            <a:fillRect/>
          </a:stretch>
        </p:blipFill>
        <p:spPr>
          <a:xfrm>
            <a:off x="3605479" y="4572914"/>
            <a:ext cx="328270" cy="168250"/>
          </a:xfrm>
          <a:prstGeom prst="rect">
            <a:avLst/>
          </a:prstGeom>
        </p:spPr>
      </p:pic>
      <p:pic>
        <p:nvPicPr>
          <p:cNvPr id="294" name="Image 230" descr="preencoded.png">    </p:cNvPr>
          <p:cNvPicPr>
            <a:picLocks noChangeAspect="1"/>
          </p:cNvPicPr>
          <p:nvPr/>
        </p:nvPicPr>
        <p:blipFill>
          <a:blip r:embed="rId231"/>
          <a:stretch>
            <a:fillRect/>
          </a:stretch>
        </p:blipFill>
        <p:spPr>
          <a:xfrm>
            <a:off x="2717597" y="4575658"/>
            <a:ext cx="71323" cy="71323"/>
          </a:xfrm>
          <a:prstGeom prst="rect">
            <a:avLst/>
          </a:prstGeom>
        </p:spPr>
      </p:pic>
      <p:pic>
        <p:nvPicPr>
          <p:cNvPr id="295" name="Image 231" descr="preencoded.png">    </p:cNvPr>
          <p:cNvPicPr>
            <a:picLocks noChangeAspect="1"/>
          </p:cNvPicPr>
          <p:nvPr/>
        </p:nvPicPr>
        <p:blipFill>
          <a:blip r:embed="rId232"/>
          <a:stretch>
            <a:fillRect/>
          </a:stretch>
        </p:blipFill>
        <p:spPr>
          <a:xfrm>
            <a:off x="3479292" y="4579315"/>
            <a:ext cx="71323" cy="71323"/>
          </a:xfrm>
          <a:prstGeom prst="rect">
            <a:avLst/>
          </a:prstGeom>
        </p:spPr>
      </p:pic>
      <p:pic>
        <p:nvPicPr>
          <p:cNvPr id="296" name="Image 232" descr="preencoded.png">    </p:cNvPr>
          <p:cNvPicPr>
            <a:picLocks noChangeAspect="1"/>
          </p:cNvPicPr>
          <p:nvPr/>
        </p:nvPicPr>
        <p:blipFill>
          <a:blip r:embed="rId233"/>
          <a:stretch>
            <a:fillRect/>
          </a:stretch>
        </p:blipFill>
        <p:spPr>
          <a:xfrm>
            <a:off x="2801722" y="4604918"/>
            <a:ext cx="79553" cy="124358"/>
          </a:xfrm>
          <a:prstGeom prst="rect">
            <a:avLst/>
          </a:prstGeom>
        </p:spPr>
      </p:pic>
      <p:pic>
        <p:nvPicPr>
          <p:cNvPr id="297" name="Image 233" descr="preencoded.png">    </p:cNvPr>
          <p:cNvPicPr>
            <a:picLocks noChangeAspect="1"/>
          </p:cNvPicPr>
          <p:nvPr/>
        </p:nvPicPr>
        <p:blipFill>
          <a:blip r:embed="rId234"/>
          <a:stretch>
            <a:fillRect/>
          </a:stretch>
        </p:blipFill>
        <p:spPr>
          <a:xfrm>
            <a:off x="3567989" y="4607662"/>
            <a:ext cx="88697" cy="132588"/>
          </a:xfrm>
          <a:prstGeom prst="rect">
            <a:avLst/>
          </a:prstGeom>
        </p:spPr>
      </p:pic>
      <p:pic>
        <p:nvPicPr>
          <p:cNvPr id="298" name="Image 234" descr="preencoded.png">    </p:cNvPr>
          <p:cNvPicPr>
            <a:picLocks noChangeAspect="1"/>
          </p:cNvPicPr>
          <p:nvPr/>
        </p:nvPicPr>
        <p:blipFill>
          <a:blip r:embed="rId235"/>
          <a:stretch>
            <a:fillRect/>
          </a:stretch>
        </p:blipFill>
        <p:spPr>
          <a:xfrm>
            <a:off x="2599639" y="4613148"/>
            <a:ext cx="106070" cy="115214"/>
          </a:xfrm>
          <a:prstGeom prst="rect">
            <a:avLst/>
          </a:prstGeom>
        </p:spPr>
      </p:pic>
      <p:sp>
        <p:nvSpPr>
          <p:cNvPr id="299" name="Shape 62"/>
          <p:cNvSpPr/>
          <p:nvPr/>
        </p:nvSpPr>
        <p:spPr>
          <a:xfrm rot="-6084000">
            <a:off x="3364992" y="4615891"/>
            <a:ext cx="110642" cy="105156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300" name="Image 235" descr="preencoded.png">    </p:cNvPr>
          <p:cNvPicPr>
            <a:picLocks noChangeAspect="1"/>
          </p:cNvPicPr>
          <p:nvPr/>
        </p:nvPicPr>
        <p:blipFill>
          <a:blip r:embed="rId236"/>
          <a:stretch>
            <a:fillRect/>
          </a:stretch>
        </p:blipFill>
        <p:spPr>
          <a:xfrm>
            <a:off x="2713025" y="4622292"/>
            <a:ext cx="168250" cy="132588"/>
          </a:xfrm>
          <a:prstGeom prst="rect">
            <a:avLst/>
          </a:prstGeom>
        </p:spPr>
      </p:pic>
      <p:pic>
        <p:nvPicPr>
          <p:cNvPr id="301" name="Image 236" descr="preencoded.png">    </p:cNvPr>
          <p:cNvPicPr>
            <a:picLocks noChangeAspect="1"/>
          </p:cNvPicPr>
          <p:nvPr/>
        </p:nvPicPr>
        <p:blipFill>
          <a:blip r:embed="rId237"/>
          <a:stretch>
            <a:fillRect/>
          </a:stretch>
        </p:blipFill>
        <p:spPr>
          <a:xfrm>
            <a:off x="3480206" y="4625035"/>
            <a:ext cx="168250" cy="132588"/>
          </a:xfrm>
          <a:prstGeom prst="rect">
            <a:avLst/>
          </a:prstGeom>
        </p:spPr>
      </p:pic>
      <p:sp>
        <p:nvSpPr>
          <p:cNvPr id="302" name="Shape 63"/>
          <p:cNvSpPr/>
          <p:nvPr/>
        </p:nvSpPr>
        <p:spPr>
          <a:xfrm>
            <a:off x="2885846" y="4724705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303" name="Shape 64"/>
          <p:cNvSpPr/>
          <p:nvPr/>
        </p:nvSpPr>
        <p:spPr>
          <a:xfrm>
            <a:off x="3654857" y="4724705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304" name="Shape 65"/>
          <p:cNvSpPr/>
          <p:nvPr/>
        </p:nvSpPr>
        <p:spPr>
          <a:xfrm>
            <a:off x="5312664" y="2174443"/>
            <a:ext cx="48463" cy="48463"/>
          </a:xfrm>
          <a:prstGeom prst="ellipse">
            <a:avLst/>
          </a:prstGeom>
          <a:solidFill>
            <a:srgbClr val="092752"/>
          </a:solidFill>
          <a:ln/>
        </p:spPr>
      </p:sp>
      <p:sp>
        <p:nvSpPr>
          <p:cNvPr id="305" name="Shape 66"/>
          <p:cNvSpPr/>
          <p:nvPr/>
        </p:nvSpPr>
        <p:spPr>
          <a:xfrm rot="-2910000">
            <a:off x="5311750" y="2349094"/>
            <a:ext cx="51206" cy="47549"/>
          </a:xfrm>
          <a:prstGeom prst="ellipse">
            <a:avLst/>
          </a:prstGeom>
          <a:solidFill>
            <a:srgbClr val="092752"/>
          </a:solidFill>
          <a:ln/>
        </p:spPr>
      </p:sp>
      <p:sp>
        <p:nvSpPr>
          <p:cNvPr id="306" name="Shape 67"/>
          <p:cNvSpPr/>
          <p:nvPr/>
        </p:nvSpPr>
        <p:spPr>
          <a:xfrm>
            <a:off x="5311750" y="2522830"/>
            <a:ext cx="50292" cy="50292"/>
          </a:xfrm>
          <a:prstGeom prst="ellipse">
            <a:avLst/>
          </a:prstGeom>
          <a:solidFill>
            <a:srgbClr val="092752"/>
          </a:solidFill>
          <a:ln/>
        </p:spPr>
      </p:sp>
      <p:sp>
        <p:nvSpPr>
          <p:cNvPr id="307" name="Text 68"/>
          <p:cNvSpPr/>
          <p:nvPr/>
        </p:nvSpPr>
        <p:spPr>
          <a:xfrm>
            <a:off x="1828800" y="41148"/>
            <a:ext cx="7878470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22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SAC-based Network-Constrained Battery Scheduling Workflow</a:t>
            </a:r>
            <a:endParaRPr lang="en-US" sz="2227" dirty="0"/>
          </a:p>
        </p:txBody>
      </p:sp>
      <p:sp>
        <p:nvSpPr>
          <p:cNvPr id="308" name="Text 69"/>
          <p:cNvSpPr/>
          <p:nvPr/>
        </p:nvSpPr>
        <p:spPr>
          <a:xfrm>
            <a:off x="360274" y="673913"/>
            <a:ext cx="1136599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4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1647" dirty="0"/>
          </a:p>
        </p:txBody>
      </p:sp>
      <p:sp>
        <p:nvSpPr>
          <p:cNvPr id="309" name="Text 70"/>
          <p:cNvSpPr/>
          <p:nvPr/>
        </p:nvSpPr>
        <p:spPr>
          <a:xfrm>
            <a:off x="3610051" y="690372"/>
            <a:ext cx="113477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9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 Agent</a:t>
            </a:r>
            <a:endParaRPr lang="en-US" sz="1792" dirty="0"/>
          </a:p>
        </p:txBody>
      </p:sp>
      <p:sp>
        <p:nvSpPr>
          <p:cNvPr id="310" name="Text 71"/>
          <p:cNvSpPr/>
          <p:nvPr/>
        </p:nvSpPr>
        <p:spPr>
          <a:xfrm>
            <a:off x="7100316" y="694944"/>
            <a:ext cx="89702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3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535" dirty="0"/>
          </a:p>
        </p:txBody>
      </p:sp>
      <p:sp>
        <p:nvSpPr>
          <p:cNvPr id="311" name="Text 72"/>
          <p:cNvSpPr/>
          <p:nvPr/>
        </p:nvSpPr>
        <p:spPr>
          <a:xfrm>
            <a:off x="9098280" y="703174"/>
            <a:ext cx="6528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600" dirty="0"/>
          </a:p>
        </p:txBody>
      </p:sp>
      <p:sp>
        <p:nvSpPr>
          <p:cNvPr id="312" name="Text 73"/>
          <p:cNvSpPr/>
          <p:nvPr/>
        </p:nvSpPr>
        <p:spPr>
          <a:xfrm>
            <a:off x="10837469" y="790042"/>
            <a:ext cx="275234" cy="195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3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</a:t>
            </a:r>
            <a:endParaRPr lang="en-US" sz="1303" dirty="0"/>
          </a:p>
        </p:txBody>
      </p:sp>
      <p:sp>
        <p:nvSpPr>
          <p:cNvPr id="313" name="Text 74"/>
          <p:cNvSpPr/>
          <p:nvPr/>
        </p:nvSpPr>
        <p:spPr>
          <a:xfrm>
            <a:off x="7138721" y="951890"/>
            <a:ext cx="898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9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596" dirty="0"/>
          </a:p>
        </p:txBody>
      </p:sp>
      <p:sp>
        <p:nvSpPr>
          <p:cNvPr id="314" name="Text 75"/>
          <p:cNvSpPr/>
          <p:nvPr/>
        </p:nvSpPr>
        <p:spPr>
          <a:xfrm>
            <a:off x="8960206" y="957377"/>
            <a:ext cx="844906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1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</a:t>
            </a:r>
            <a:endParaRPr lang="en-US" sz="1512" dirty="0"/>
          </a:p>
        </p:txBody>
      </p:sp>
      <p:sp>
        <p:nvSpPr>
          <p:cNvPr id="315" name="Text 76"/>
          <p:cNvSpPr/>
          <p:nvPr/>
        </p:nvSpPr>
        <p:spPr>
          <a:xfrm>
            <a:off x="10869473" y="1003097"/>
            <a:ext cx="717804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Thevenin</a:t>
            </a:r>
            <a:endParaRPr lang="en-US" sz="1358" dirty="0"/>
          </a:p>
        </p:txBody>
      </p:sp>
      <p:sp>
        <p:nvSpPr>
          <p:cNvPr id="316" name="Text 77"/>
          <p:cNvSpPr/>
          <p:nvPr/>
        </p:nvSpPr>
        <p:spPr>
          <a:xfrm>
            <a:off x="713232" y="1139342"/>
            <a:ext cx="101681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features</a:t>
            </a:r>
            <a:endParaRPr lang="en-US" sz="1307" dirty="0"/>
          </a:p>
        </p:txBody>
      </p:sp>
      <p:sp>
        <p:nvSpPr>
          <p:cNvPr id="317" name="Text 78"/>
          <p:cNvSpPr/>
          <p:nvPr/>
        </p:nvSpPr>
        <p:spPr>
          <a:xfrm>
            <a:off x="3138221" y="1251814"/>
            <a:ext cx="409651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5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</a:t>
            </a:r>
            <a:endParaRPr lang="en-US" sz="1351" dirty="0"/>
          </a:p>
        </p:txBody>
      </p:sp>
      <p:sp>
        <p:nvSpPr>
          <p:cNvPr id="318" name="Text 79"/>
          <p:cNvSpPr/>
          <p:nvPr/>
        </p:nvSpPr>
        <p:spPr>
          <a:xfrm>
            <a:off x="720547" y="1379830"/>
            <a:ext cx="83119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(t, t + 1, ·· · )</a:t>
            </a:r>
            <a:endParaRPr lang="en-US" sz="1160" dirty="0"/>
          </a:p>
        </p:txBody>
      </p:sp>
      <p:sp>
        <p:nvSpPr>
          <p:cNvPr id="319" name="Text 80"/>
          <p:cNvSpPr/>
          <p:nvPr/>
        </p:nvSpPr>
        <p:spPr>
          <a:xfrm>
            <a:off x="3079699" y="1463954"/>
            <a:ext cx="580644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2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28" dirty="0"/>
          </a:p>
        </p:txBody>
      </p:sp>
      <p:sp>
        <p:nvSpPr>
          <p:cNvPr id="320" name="Text 81"/>
          <p:cNvSpPr/>
          <p:nvPr/>
        </p:nvSpPr>
        <p:spPr>
          <a:xfrm>
            <a:off x="4833518" y="1462126"/>
            <a:ext cx="558698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9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390" dirty="0"/>
          </a:p>
        </p:txBody>
      </p:sp>
      <p:sp>
        <p:nvSpPr>
          <p:cNvPr id="321" name="Text 82"/>
          <p:cNvSpPr/>
          <p:nvPr/>
        </p:nvSpPr>
        <p:spPr>
          <a:xfrm>
            <a:off x="10953598" y="1445666"/>
            <a:ext cx="774497" cy="176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6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Loss-aware</a:t>
            </a:r>
            <a:endParaRPr lang="en-US" sz="1167" dirty="0"/>
          </a:p>
        </p:txBody>
      </p:sp>
      <p:sp>
        <p:nvSpPr>
          <p:cNvPr id="322" name="Text 83"/>
          <p:cNvSpPr/>
          <p:nvPr/>
        </p:nvSpPr>
        <p:spPr>
          <a:xfrm>
            <a:off x="10869473" y="1642262"/>
            <a:ext cx="71048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4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Thevenin</a:t>
            </a:r>
            <a:endParaRPr lang="en-US" sz="1342" dirty="0"/>
          </a:p>
        </p:txBody>
      </p:sp>
      <p:sp>
        <p:nvSpPr>
          <p:cNvPr id="323" name="Text 84"/>
          <p:cNvSpPr/>
          <p:nvPr/>
        </p:nvSpPr>
        <p:spPr>
          <a:xfrm>
            <a:off x="4860036" y="1660550"/>
            <a:ext cx="456286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2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</a:t>
            </a:r>
            <a:endParaRPr lang="en-US" sz="1329" dirty="0"/>
          </a:p>
        </p:txBody>
      </p:sp>
      <p:sp>
        <p:nvSpPr>
          <p:cNvPr id="324" name="Text 85"/>
          <p:cNvSpPr/>
          <p:nvPr/>
        </p:nvSpPr>
        <p:spPr>
          <a:xfrm>
            <a:off x="703174" y="1816913"/>
            <a:ext cx="91805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1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 forecast/</a:t>
            </a:r>
            <a:endParaRPr lang="en-US" sz="1315" dirty="0"/>
          </a:p>
        </p:txBody>
      </p:sp>
      <p:sp>
        <p:nvSpPr>
          <p:cNvPr id="325" name="Text 86"/>
          <p:cNvSpPr/>
          <p:nvPr/>
        </p:nvSpPr>
        <p:spPr>
          <a:xfrm>
            <a:off x="7185355" y="1811426"/>
            <a:ext cx="76443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6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limits</a:t>
            </a:r>
            <a:endParaRPr lang="en-US" sz="1261" dirty="0"/>
          </a:p>
        </p:txBody>
      </p:sp>
      <p:sp>
        <p:nvSpPr>
          <p:cNvPr id="326" name="Text 87"/>
          <p:cNvSpPr/>
          <p:nvPr/>
        </p:nvSpPr>
        <p:spPr>
          <a:xfrm>
            <a:off x="704088" y="2029054"/>
            <a:ext cx="93817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8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 realization</a:t>
            </a:r>
            <a:endParaRPr lang="en-US" sz="1186" dirty="0"/>
          </a:p>
        </p:txBody>
      </p:sp>
      <p:sp>
        <p:nvSpPr>
          <p:cNvPr id="327" name="Text 88"/>
          <p:cNvSpPr/>
          <p:nvPr/>
        </p:nvSpPr>
        <p:spPr>
          <a:xfrm>
            <a:off x="7211873" y="2018081"/>
            <a:ext cx="885139" cy="231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53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(min/max)</a:t>
            </a:r>
            <a:endParaRPr lang="en-US" sz="1553" dirty="0"/>
          </a:p>
        </p:txBody>
      </p:sp>
      <p:sp>
        <p:nvSpPr>
          <p:cNvPr id="328" name="Text 89"/>
          <p:cNvSpPr/>
          <p:nvPr/>
        </p:nvSpPr>
        <p:spPr>
          <a:xfrm>
            <a:off x="10823753" y="2116836"/>
            <a:ext cx="6044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33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</a:t>
            </a:r>
            <a:endParaRPr lang="en-US" sz="1533" dirty="0"/>
          </a:p>
        </p:txBody>
      </p:sp>
      <p:sp>
        <p:nvSpPr>
          <p:cNvPr id="329" name="Text 90"/>
          <p:cNvSpPr/>
          <p:nvPr/>
        </p:nvSpPr>
        <p:spPr>
          <a:xfrm>
            <a:off x="699516" y="2267712"/>
            <a:ext cx="821131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9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(Ppv, Ppv)</a:t>
            </a:r>
            <a:endParaRPr lang="en-US" sz="1392" dirty="0"/>
          </a:p>
        </p:txBody>
      </p:sp>
      <p:sp>
        <p:nvSpPr>
          <p:cNvPr id="330" name="Text 91"/>
          <p:cNvSpPr/>
          <p:nvPr/>
        </p:nvSpPr>
        <p:spPr>
          <a:xfrm>
            <a:off x="694030" y="2813609"/>
            <a:ext cx="1024128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1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(PLoad)</a:t>
            </a:r>
            <a:endParaRPr lang="en-US" sz="1319" dirty="0"/>
          </a:p>
        </p:txBody>
      </p:sp>
      <p:sp>
        <p:nvSpPr>
          <p:cNvPr id="331" name="Text 92"/>
          <p:cNvSpPr/>
          <p:nvPr/>
        </p:nvSpPr>
        <p:spPr>
          <a:xfrm>
            <a:off x="7125919" y="2895905"/>
            <a:ext cx="88422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7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limits</a:t>
            </a:r>
            <a:endParaRPr lang="en-US" sz="1279" dirty="0"/>
          </a:p>
        </p:txBody>
      </p:sp>
      <p:sp>
        <p:nvSpPr>
          <p:cNvPr id="332" name="Text 93"/>
          <p:cNvSpPr/>
          <p:nvPr/>
        </p:nvSpPr>
        <p:spPr>
          <a:xfrm>
            <a:off x="9379001" y="2936138"/>
            <a:ext cx="1954073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7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Pandapower AC Power</a:t>
            </a:r>
            <a:endParaRPr lang="en-US" sz="1474" dirty="0"/>
          </a:p>
        </p:txBody>
      </p:sp>
      <p:sp>
        <p:nvSpPr>
          <p:cNvPr id="333" name="Text 94"/>
          <p:cNvSpPr/>
          <p:nvPr/>
        </p:nvSpPr>
        <p:spPr>
          <a:xfrm>
            <a:off x="7143293" y="3119933"/>
            <a:ext cx="1013155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6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(Pmin/Pmax)</a:t>
            </a:r>
            <a:endParaRPr lang="en-US" sz="1368" dirty="0"/>
          </a:p>
        </p:txBody>
      </p:sp>
      <p:sp>
        <p:nvSpPr>
          <p:cNvPr id="334" name="Text 95"/>
          <p:cNvSpPr/>
          <p:nvPr/>
        </p:nvSpPr>
        <p:spPr>
          <a:xfrm>
            <a:off x="6083503" y="3228746"/>
            <a:ext cx="5276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3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336" dirty="0"/>
          </a:p>
        </p:txBody>
      </p:sp>
      <p:sp>
        <p:nvSpPr>
          <p:cNvPr id="335" name="Text 96"/>
          <p:cNvSpPr/>
          <p:nvPr/>
        </p:nvSpPr>
        <p:spPr>
          <a:xfrm>
            <a:off x="9485071" y="3174797"/>
            <a:ext cx="15316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7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Settlement</a:t>
            </a:r>
            <a:endParaRPr lang="en-US" sz="1672" dirty="0"/>
          </a:p>
        </p:txBody>
      </p:sp>
      <p:sp>
        <p:nvSpPr>
          <p:cNvPr id="336" name="Text 97"/>
          <p:cNvSpPr/>
          <p:nvPr/>
        </p:nvSpPr>
        <p:spPr>
          <a:xfrm>
            <a:off x="707746" y="3394253"/>
            <a:ext cx="578815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49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Electricity</a:t>
            </a:r>
            <a:endParaRPr lang="en-US" sz="1049" dirty="0"/>
          </a:p>
        </p:txBody>
      </p:sp>
      <p:sp>
        <p:nvSpPr>
          <p:cNvPr id="337" name="Text 98"/>
          <p:cNvSpPr/>
          <p:nvPr/>
        </p:nvSpPr>
        <p:spPr>
          <a:xfrm>
            <a:off x="6143854" y="3441802"/>
            <a:ext cx="561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9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596" dirty="0"/>
          </a:p>
        </p:txBody>
      </p:sp>
      <p:sp>
        <p:nvSpPr>
          <p:cNvPr id="338" name="Text 99"/>
          <p:cNvSpPr/>
          <p:nvPr/>
        </p:nvSpPr>
        <p:spPr>
          <a:xfrm>
            <a:off x="690372" y="3589020"/>
            <a:ext cx="70317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8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(Cel)</a:t>
            </a:r>
            <a:endParaRPr lang="en-US" sz="1186" dirty="0"/>
          </a:p>
        </p:txBody>
      </p:sp>
      <p:sp>
        <p:nvSpPr>
          <p:cNvPr id="339" name="Text 100"/>
          <p:cNvSpPr/>
          <p:nvPr/>
        </p:nvSpPr>
        <p:spPr>
          <a:xfrm>
            <a:off x="10101377" y="3570732"/>
            <a:ext cx="1365199" cy="18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93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voltages (Vbus)</a:t>
            </a:r>
            <a:endParaRPr lang="en-US" sz="1193" dirty="0"/>
          </a:p>
        </p:txBody>
      </p:sp>
      <p:sp>
        <p:nvSpPr>
          <p:cNvPr id="340" name="Text 101"/>
          <p:cNvSpPr/>
          <p:nvPr/>
        </p:nvSpPr>
        <p:spPr>
          <a:xfrm>
            <a:off x="6014923" y="3649370"/>
            <a:ext cx="6601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3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set-point</a:t>
            </a:r>
            <a:endParaRPr lang="en-US" sz="1338" dirty="0"/>
          </a:p>
        </p:txBody>
      </p:sp>
      <p:sp>
        <p:nvSpPr>
          <p:cNvPr id="341" name="Text 102"/>
          <p:cNvSpPr/>
          <p:nvPr/>
        </p:nvSpPr>
        <p:spPr>
          <a:xfrm>
            <a:off x="2655418" y="3760013"/>
            <a:ext cx="10908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6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 Networks</a:t>
            </a:r>
            <a:endParaRPr lang="en-US" sz="1267" dirty="0"/>
          </a:p>
        </p:txBody>
      </p:sp>
      <p:sp>
        <p:nvSpPr>
          <p:cNvPr id="342" name="Text 103"/>
          <p:cNvSpPr/>
          <p:nvPr/>
        </p:nvSpPr>
        <p:spPr>
          <a:xfrm>
            <a:off x="9257386" y="3844138"/>
            <a:ext cx="129845" cy="10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7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Trs</a:t>
            </a:r>
            <a:endParaRPr lang="en-US" sz="675" dirty="0"/>
          </a:p>
        </p:txBody>
      </p:sp>
      <p:sp>
        <p:nvSpPr>
          <p:cNvPr id="343" name="Text 104"/>
          <p:cNvSpPr/>
          <p:nvPr/>
        </p:nvSpPr>
        <p:spPr>
          <a:xfrm>
            <a:off x="6212434" y="3857854"/>
            <a:ext cx="33924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3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(at)</a:t>
            </a:r>
            <a:endParaRPr lang="en-US" sz="1735" dirty="0"/>
          </a:p>
        </p:txBody>
      </p:sp>
      <p:sp>
        <p:nvSpPr>
          <p:cNvPr id="344" name="Text 105"/>
          <p:cNvSpPr/>
          <p:nvPr/>
        </p:nvSpPr>
        <p:spPr>
          <a:xfrm>
            <a:off x="10121494" y="3964838"/>
            <a:ext cx="1458468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6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Feeder loading (Ifeeder)</a:t>
            </a:r>
            <a:endParaRPr lang="en-US" sz="1064" dirty="0"/>
          </a:p>
        </p:txBody>
      </p:sp>
      <p:sp>
        <p:nvSpPr>
          <p:cNvPr id="345" name="Text 106"/>
          <p:cNvSpPr/>
          <p:nvPr/>
        </p:nvSpPr>
        <p:spPr>
          <a:xfrm>
            <a:off x="688543" y="4135831"/>
            <a:ext cx="573329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</a:t>
            </a:r>
            <a:endParaRPr lang="en-US" sz="1290" dirty="0"/>
          </a:p>
        </p:txBody>
      </p:sp>
      <p:sp>
        <p:nvSpPr>
          <p:cNvPr id="346" name="Text 107"/>
          <p:cNvSpPr/>
          <p:nvPr/>
        </p:nvSpPr>
        <p:spPr>
          <a:xfrm>
            <a:off x="7273138" y="4123030"/>
            <a:ext cx="694944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7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474" dirty="0"/>
          </a:p>
        </p:txBody>
      </p:sp>
      <p:sp>
        <p:nvSpPr>
          <p:cNvPr id="347" name="Text 108"/>
          <p:cNvSpPr/>
          <p:nvPr/>
        </p:nvSpPr>
        <p:spPr>
          <a:xfrm>
            <a:off x="694944" y="4347972"/>
            <a:ext cx="1167689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2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 (SOC)</a:t>
            </a:r>
            <a:endParaRPr lang="en-US" sz="1427" dirty="0"/>
          </a:p>
        </p:txBody>
      </p:sp>
      <p:sp>
        <p:nvSpPr>
          <p:cNvPr id="348" name="Text 109"/>
          <p:cNvSpPr/>
          <p:nvPr/>
        </p:nvSpPr>
        <p:spPr>
          <a:xfrm>
            <a:off x="7383780" y="4342486"/>
            <a:ext cx="368503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4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</a:t>
            </a:r>
            <a:endParaRPr lang="en-US" sz="1244" dirty="0"/>
          </a:p>
        </p:txBody>
      </p:sp>
      <p:sp>
        <p:nvSpPr>
          <p:cNvPr id="349" name="Text 110"/>
          <p:cNvSpPr/>
          <p:nvPr/>
        </p:nvSpPr>
        <p:spPr>
          <a:xfrm>
            <a:off x="10137953" y="4339742"/>
            <a:ext cx="131307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4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Import/export to grid</a:t>
            </a:r>
            <a:endParaRPr lang="en-US" sz="1148" dirty="0"/>
          </a:p>
        </p:txBody>
      </p:sp>
      <p:sp>
        <p:nvSpPr>
          <p:cNvPr id="350" name="Text 111"/>
          <p:cNvSpPr/>
          <p:nvPr/>
        </p:nvSpPr>
        <p:spPr>
          <a:xfrm>
            <a:off x="4568342" y="4764938"/>
            <a:ext cx="1064362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4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Update</a:t>
            </a:r>
            <a:endParaRPr lang="en-US" sz="1346" dirty="0"/>
          </a:p>
        </p:txBody>
      </p:sp>
      <p:sp>
        <p:nvSpPr>
          <p:cNvPr id="351" name="Text 112"/>
          <p:cNvSpPr/>
          <p:nvPr/>
        </p:nvSpPr>
        <p:spPr>
          <a:xfrm>
            <a:off x="7143293" y="4792370"/>
            <a:ext cx="8650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Clip/reshape</a:t>
            </a:r>
            <a:endParaRPr lang="en-US" sz="1201" dirty="0"/>
          </a:p>
        </p:txBody>
      </p:sp>
      <p:sp>
        <p:nvSpPr>
          <p:cNvPr id="352" name="Text 113"/>
          <p:cNvSpPr/>
          <p:nvPr/>
        </p:nvSpPr>
        <p:spPr>
          <a:xfrm>
            <a:off x="718718" y="4911242"/>
            <a:ext cx="1038758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7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Net-demand</a:t>
            </a:r>
            <a:endParaRPr lang="en-US" sz="1474" dirty="0"/>
          </a:p>
        </p:txBody>
      </p:sp>
      <p:sp>
        <p:nvSpPr>
          <p:cNvPr id="353" name="Text 114"/>
          <p:cNvSpPr/>
          <p:nvPr/>
        </p:nvSpPr>
        <p:spPr>
          <a:xfrm>
            <a:off x="4929530" y="4969764"/>
            <a:ext cx="4791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6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</a:t>
            </a:r>
            <a:endParaRPr lang="en-US" sz="1666" dirty="0"/>
          </a:p>
        </p:txBody>
      </p:sp>
      <p:sp>
        <p:nvSpPr>
          <p:cNvPr id="354" name="Text 115"/>
          <p:cNvSpPr/>
          <p:nvPr/>
        </p:nvSpPr>
        <p:spPr>
          <a:xfrm>
            <a:off x="7151522" y="4992624"/>
            <a:ext cx="771754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2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infeasible at</a:t>
            </a:r>
            <a:endParaRPr lang="en-US" sz="1125" dirty="0"/>
          </a:p>
        </p:txBody>
      </p:sp>
      <p:sp>
        <p:nvSpPr>
          <p:cNvPr id="355" name="Text 116"/>
          <p:cNvSpPr/>
          <p:nvPr/>
        </p:nvSpPr>
        <p:spPr>
          <a:xfrm>
            <a:off x="676656" y="5136185"/>
            <a:ext cx="481889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6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(Pnet)</a:t>
            </a:r>
            <a:endParaRPr lang="en-US" sz="1367" dirty="0"/>
          </a:p>
        </p:txBody>
      </p:sp>
      <p:sp>
        <p:nvSpPr>
          <p:cNvPr id="356" name="Text 117"/>
          <p:cNvSpPr/>
          <p:nvPr/>
        </p:nvSpPr>
        <p:spPr>
          <a:xfrm>
            <a:off x="6980530" y="5184648"/>
            <a:ext cx="115123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73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constraints</a:t>
            </a:r>
            <a:endParaRPr lang="en-US" sz="1173" dirty="0"/>
          </a:p>
        </p:txBody>
      </p:sp>
      <p:sp>
        <p:nvSpPr>
          <p:cNvPr id="357" name="Text 118"/>
          <p:cNvSpPr/>
          <p:nvPr/>
        </p:nvSpPr>
        <p:spPr>
          <a:xfrm>
            <a:off x="9396374" y="5195621"/>
            <a:ext cx="1756562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74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&amp; Next State</a:t>
            </a:r>
            <a:endParaRPr lang="en-US" sz="1474" dirty="0"/>
          </a:p>
        </p:txBody>
      </p:sp>
      <p:sp>
        <p:nvSpPr>
          <p:cNvPr id="358" name="Text 119"/>
          <p:cNvSpPr/>
          <p:nvPr/>
        </p:nvSpPr>
        <p:spPr>
          <a:xfrm>
            <a:off x="9367114" y="5601614"/>
            <a:ext cx="1848917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 (∑ Cel · Pgrid)</a:t>
            </a:r>
            <a:endParaRPr lang="en-US" sz="1101" dirty="0"/>
          </a:p>
        </p:txBody>
      </p:sp>
      <p:sp>
        <p:nvSpPr>
          <p:cNvPr id="359" name="Text 120"/>
          <p:cNvSpPr/>
          <p:nvPr/>
        </p:nvSpPr>
        <p:spPr>
          <a:xfrm>
            <a:off x="6035040" y="5719572"/>
            <a:ext cx="821131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8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(rt)</a:t>
            </a:r>
            <a:endParaRPr lang="en-US" sz="1387" dirty="0"/>
          </a:p>
        </p:txBody>
      </p:sp>
      <p:sp>
        <p:nvSpPr>
          <p:cNvPr id="360" name="Text 121"/>
          <p:cNvSpPr/>
          <p:nvPr/>
        </p:nvSpPr>
        <p:spPr>
          <a:xfrm>
            <a:off x="9364370" y="5939942"/>
            <a:ext cx="121706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9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penalties</a:t>
            </a:r>
            <a:endParaRPr lang="en-US" sz="1197" dirty="0"/>
          </a:p>
        </p:txBody>
      </p:sp>
      <p:sp>
        <p:nvSpPr>
          <p:cNvPr id="361" name="Text 122"/>
          <p:cNvSpPr/>
          <p:nvPr/>
        </p:nvSpPr>
        <p:spPr>
          <a:xfrm>
            <a:off x="9354312" y="6142939"/>
            <a:ext cx="1167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1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(Penaltynetwork)</a:t>
            </a:r>
            <a:endParaRPr lang="en-US" sz="1216" dirty="0"/>
          </a:p>
        </p:txBody>
      </p:sp>
      <p:sp>
        <p:nvSpPr>
          <p:cNvPr id="362" name="Text 123"/>
          <p:cNvSpPr/>
          <p:nvPr/>
        </p:nvSpPr>
        <p:spPr>
          <a:xfrm>
            <a:off x="4145890" y="6500470"/>
            <a:ext cx="1224382" cy="195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state (St+1)</a:t>
            </a:r>
            <a:endParaRPr lang="en-US" sz="1300" dirty="0"/>
          </a:p>
        </p:txBody>
      </p:sp>
      <p:sp>
        <p:nvSpPr>
          <p:cNvPr id="363" name="Text 124"/>
          <p:cNvSpPr/>
          <p:nvPr/>
        </p:nvSpPr>
        <p:spPr>
          <a:xfrm>
            <a:off x="9365285" y="6491326"/>
            <a:ext cx="1874520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4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SOC-shaping (Penaltysoc)</a:t>
            </a:r>
            <a:endParaRPr lang="en-US" sz="124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2026-04-11T00:18:00Z</dcterms:created>
  <dcterms:modified xsi:type="dcterms:W3CDTF">2026-04-11T00:18:00Z</dcterms:modified>
</cp:coreProperties>
</file>